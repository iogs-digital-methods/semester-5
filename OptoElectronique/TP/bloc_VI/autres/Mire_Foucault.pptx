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3606" y="-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90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73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22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11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7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00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49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58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47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6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0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3012F-2CE9-4275-BACF-0022BCCFD0F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96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B14DA-A036-FBBA-7E01-1192C4EEBABC}"/>
              </a:ext>
            </a:extLst>
          </p:cNvPr>
          <p:cNvSpPr/>
          <p:nvPr/>
        </p:nvSpPr>
        <p:spPr>
          <a:xfrm>
            <a:off x="148590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0B052-7122-87EB-237E-63F84E8DF256}"/>
              </a:ext>
            </a:extLst>
          </p:cNvPr>
          <p:cNvSpPr/>
          <p:nvPr/>
        </p:nvSpPr>
        <p:spPr>
          <a:xfrm>
            <a:off x="155790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6805E-B414-5AAA-3438-9556C3F74E7A}"/>
              </a:ext>
            </a:extLst>
          </p:cNvPr>
          <p:cNvSpPr/>
          <p:nvPr/>
        </p:nvSpPr>
        <p:spPr>
          <a:xfrm>
            <a:off x="162990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DF41BA-D88E-21F9-4519-09E894E817EC}"/>
              </a:ext>
            </a:extLst>
          </p:cNvPr>
          <p:cNvSpPr/>
          <p:nvPr/>
        </p:nvSpPr>
        <p:spPr>
          <a:xfrm>
            <a:off x="170190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C966A-F871-BB31-1B87-B8B85119D7E6}"/>
              </a:ext>
            </a:extLst>
          </p:cNvPr>
          <p:cNvSpPr/>
          <p:nvPr/>
        </p:nvSpPr>
        <p:spPr>
          <a:xfrm>
            <a:off x="177390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40CC0-2F4E-CE7E-F4A8-2D074EA53868}"/>
              </a:ext>
            </a:extLst>
          </p:cNvPr>
          <p:cNvSpPr/>
          <p:nvPr/>
        </p:nvSpPr>
        <p:spPr>
          <a:xfrm>
            <a:off x="184590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F9D15C0-58A8-2FE9-06B1-4121A4999672}"/>
              </a:ext>
            </a:extLst>
          </p:cNvPr>
          <p:cNvSpPr txBox="1"/>
          <p:nvPr/>
        </p:nvSpPr>
        <p:spPr>
          <a:xfrm rot="16200000">
            <a:off x="1322698" y="729431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1.0 mm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1F50E9-4CD2-A60C-4C02-492DAF1670FD}"/>
              </a:ext>
            </a:extLst>
          </p:cNvPr>
          <p:cNvSpPr/>
          <p:nvPr/>
        </p:nvSpPr>
        <p:spPr>
          <a:xfrm>
            <a:off x="683287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9C0685B-26FA-A03B-B53D-12F8E5B660BC}"/>
              </a:ext>
            </a:extLst>
          </p:cNvPr>
          <p:cNvSpPr txBox="1"/>
          <p:nvPr/>
        </p:nvSpPr>
        <p:spPr>
          <a:xfrm rot="16200000">
            <a:off x="613803" y="729431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2.0 mm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23F4B-3408-56AF-6350-90919A536872}"/>
              </a:ext>
            </a:extLst>
          </p:cNvPr>
          <p:cNvSpPr/>
          <p:nvPr/>
        </p:nvSpPr>
        <p:spPr>
          <a:xfrm>
            <a:off x="818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E88613-7465-4DDB-9FF4-3635504B8444}"/>
              </a:ext>
            </a:extLst>
          </p:cNvPr>
          <p:cNvSpPr/>
          <p:nvPr/>
        </p:nvSpPr>
        <p:spPr>
          <a:xfrm>
            <a:off x="962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306167-B6E6-530A-303F-62BECD38EA76}"/>
              </a:ext>
            </a:extLst>
          </p:cNvPr>
          <p:cNvSpPr/>
          <p:nvPr/>
        </p:nvSpPr>
        <p:spPr>
          <a:xfrm>
            <a:off x="1106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FCE8CF-0DF8-099E-D733-B54452223970}"/>
              </a:ext>
            </a:extLst>
          </p:cNvPr>
          <p:cNvSpPr/>
          <p:nvPr/>
        </p:nvSpPr>
        <p:spPr>
          <a:xfrm>
            <a:off x="1250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7857BD-8205-76EA-8A84-F1FF44CE1B26}"/>
              </a:ext>
            </a:extLst>
          </p:cNvPr>
          <p:cNvSpPr/>
          <p:nvPr/>
        </p:nvSpPr>
        <p:spPr>
          <a:xfrm>
            <a:off x="2090986" y="1238443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ACE1472-1C27-6A09-977F-9F8BDA128B93}"/>
              </a:ext>
            </a:extLst>
          </p:cNvPr>
          <p:cNvSpPr txBox="1"/>
          <p:nvPr/>
        </p:nvSpPr>
        <p:spPr>
          <a:xfrm rot="16200000">
            <a:off x="1863961" y="708057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0.5 mm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4419AD-0700-30A7-63CF-6E1BDD91CC2B}"/>
              </a:ext>
            </a:extLst>
          </p:cNvPr>
          <p:cNvSpPr/>
          <p:nvPr/>
        </p:nvSpPr>
        <p:spPr>
          <a:xfrm>
            <a:off x="2127204" y="1238443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67497C-2807-CD88-475F-D070C92DCEC0}"/>
              </a:ext>
            </a:extLst>
          </p:cNvPr>
          <p:cNvSpPr/>
          <p:nvPr/>
        </p:nvSpPr>
        <p:spPr>
          <a:xfrm>
            <a:off x="2162627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4BEB67-4409-B740-3952-DF15B0C7A404}"/>
              </a:ext>
            </a:extLst>
          </p:cNvPr>
          <p:cNvSpPr/>
          <p:nvPr/>
        </p:nvSpPr>
        <p:spPr>
          <a:xfrm>
            <a:off x="2198845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FC0EE2-8F40-A3F2-56A1-379C3C6C2405}"/>
              </a:ext>
            </a:extLst>
          </p:cNvPr>
          <p:cNvSpPr/>
          <p:nvPr/>
        </p:nvSpPr>
        <p:spPr>
          <a:xfrm>
            <a:off x="2234268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8C1EE8-915E-53A1-8A19-53502DD2D7A8}"/>
              </a:ext>
            </a:extLst>
          </p:cNvPr>
          <p:cNvSpPr/>
          <p:nvPr/>
        </p:nvSpPr>
        <p:spPr>
          <a:xfrm>
            <a:off x="2270486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565C64-46F5-ECD8-B625-48DD2437C464}"/>
              </a:ext>
            </a:extLst>
          </p:cNvPr>
          <p:cNvSpPr/>
          <p:nvPr/>
        </p:nvSpPr>
        <p:spPr>
          <a:xfrm>
            <a:off x="2305909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C98BA2-5400-6311-6EE8-CDE4C61DA65C}"/>
              </a:ext>
            </a:extLst>
          </p:cNvPr>
          <p:cNvSpPr/>
          <p:nvPr/>
        </p:nvSpPr>
        <p:spPr>
          <a:xfrm>
            <a:off x="2342127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AECE896-0610-92B4-FB6D-BF865F7AD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4701"/>
            <a:ext cx="7561263" cy="584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FF7BEE3-0308-824B-672E-D61F14A1C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7435114"/>
            <a:ext cx="3584349" cy="26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C4CA4E-03B7-6EF4-1413-8628CDCDADF9}"/>
              </a:ext>
            </a:extLst>
          </p:cNvPr>
          <p:cNvSpPr/>
          <p:nvPr/>
        </p:nvSpPr>
        <p:spPr>
          <a:xfrm>
            <a:off x="2551931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772D15-2B0F-C8B8-E8A2-815FAF084806}"/>
              </a:ext>
            </a:extLst>
          </p:cNvPr>
          <p:cNvSpPr/>
          <p:nvPr/>
        </p:nvSpPr>
        <p:spPr>
          <a:xfrm>
            <a:off x="2566486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77D30-7A2A-CFCB-D530-C80C8C28500B}"/>
              </a:ext>
            </a:extLst>
          </p:cNvPr>
          <p:cNvSpPr/>
          <p:nvPr/>
        </p:nvSpPr>
        <p:spPr>
          <a:xfrm>
            <a:off x="2580154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5D0F9-7306-EF8F-9D6A-19CD31E86EC0}"/>
              </a:ext>
            </a:extLst>
          </p:cNvPr>
          <p:cNvSpPr/>
          <p:nvPr/>
        </p:nvSpPr>
        <p:spPr>
          <a:xfrm>
            <a:off x="2594554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9347E-6F89-B319-6FCC-1EE868904148}"/>
              </a:ext>
            </a:extLst>
          </p:cNvPr>
          <p:cNvSpPr/>
          <p:nvPr/>
        </p:nvSpPr>
        <p:spPr>
          <a:xfrm>
            <a:off x="2609109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75C9C1-CD37-2DA5-C1A1-BC926F9B5E9B}"/>
              </a:ext>
            </a:extLst>
          </p:cNvPr>
          <p:cNvSpPr/>
          <p:nvPr/>
        </p:nvSpPr>
        <p:spPr>
          <a:xfrm>
            <a:off x="2623509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A8A64D-B2F1-B818-FF83-F75A8BFFF913}"/>
              </a:ext>
            </a:extLst>
          </p:cNvPr>
          <p:cNvSpPr/>
          <p:nvPr/>
        </p:nvSpPr>
        <p:spPr>
          <a:xfrm>
            <a:off x="2638064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1A97FE-5DE9-AA64-FD02-8734031B2CA4}"/>
              </a:ext>
            </a:extLst>
          </p:cNvPr>
          <p:cNvSpPr/>
          <p:nvPr/>
        </p:nvSpPr>
        <p:spPr>
          <a:xfrm>
            <a:off x="2651732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A0E09D-20E2-F669-DD50-34A6A824B3B5}"/>
              </a:ext>
            </a:extLst>
          </p:cNvPr>
          <p:cNvSpPr/>
          <p:nvPr/>
        </p:nvSpPr>
        <p:spPr>
          <a:xfrm>
            <a:off x="2666132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2FA815-1EDA-1185-B37C-0763DC76AA1F}"/>
              </a:ext>
            </a:extLst>
          </p:cNvPr>
          <p:cNvSpPr/>
          <p:nvPr/>
        </p:nvSpPr>
        <p:spPr>
          <a:xfrm>
            <a:off x="2680687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81205C6B-C306-3CF5-B693-ED06ED879014}"/>
              </a:ext>
            </a:extLst>
          </p:cNvPr>
          <p:cNvSpPr/>
          <p:nvPr/>
        </p:nvSpPr>
        <p:spPr>
          <a:xfrm>
            <a:off x="2694422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EA2F7795-FE81-030C-42BB-90BB297CCAC0}"/>
              </a:ext>
            </a:extLst>
          </p:cNvPr>
          <p:cNvSpPr/>
          <p:nvPr/>
        </p:nvSpPr>
        <p:spPr>
          <a:xfrm>
            <a:off x="2708977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ADDA5A20-62AA-2040-9CBF-EC567F5FD6BE}"/>
              </a:ext>
            </a:extLst>
          </p:cNvPr>
          <p:cNvSpPr/>
          <p:nvPr/>
        </p:nvSpPr>
        <p:spPr>
          <a:xfrm>
            <a:off x="2722645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BAE57A21-C187-B1D4-0D24-64F6140FFC5E}"/>
              </a:ext>
            </a:extLst>
          </p:cNvPr>
          <p:cNvSpPr/>
          <p:nvPr/>
        </p:nvSpPr>
        <p:spPr>
          <a:xfrm>
            <a:off x="2737045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2E8EBB5-79F5-D5CC-1474-C6654583CD1B}"/>
              </a:ext>
            </a:extLst>
          </p:cNvPr>
          <p:cNvSpPr/>
          <p:nvPr/>
        </p:nvSpPr>
        <p:spPr>
          <a:xfrm>
            <a:off x="2751600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FDF3BA30-46B5-96D5-88EB-D6D05B369C87}"/>
              </a:ext>
            </a:extLst>
          </p:cNvPr>
          <p:cNvSpPr/>
          <p:nvPr/>
        </p:nvSpPr>
        <p:spPr>
          <a:xfrm>
            <a:off x="2766000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4A18500F-5DCA-67D2-D734-5D6F8697C18B}"/>
              </a:ext>
            </a:extLst>
          </p:cNvPr>
          <p:cNvSpPr/>
          <p:nvPr/>
        </p:nvSpPr>
        <p:spPr>
          <a:xfrm>
            <a:off x="2780555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DEFBEF71-E6F7-1C15-194C-032D730B3B8D}"/>
              </a:ext>
            </a:extLst>
          </p:cNvPr>
          <p:cNvSpPr/>
          <p:nvPr/>
        </p:nvSpPr>
        <p:spPr>
          <a:xfrm>
            <a:off x="2794223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55E27FA-CEBA-8C16-1D74-C743B63FFE39}"/>
              </a:ext>
            </a:extLst>
          </p:cNvPr>
          <p:cNvSpPr/>
          <p:nvPr/>
        </p:nvSpPr>
        <p:spPr>
          <a:xfrm>
            <a:off x="2808623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61684BAE-2C22-71BE-8F26-EB5ABACB6492}"/>
              </a:ext>
            </a:extLst>
          </p:cNvPr>
          <p:cNvSpPr/>
          <p:nvPr/>
        </p:nvSpPr>
        <p:spPr>
          <a:xfrm>
            <a:off x="2823178" y="1238057"/>
            <a:ext cx="72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0" name="ZoneTexte 1049">
            <a:extLst>
              <a:ext uri="{FF2B5EF4-FFF2-40B4-BE49-F238E27FC236}">
                <a16:creationId xmlns:a16="http://schemas.microsoft.com/office/drawing/2014/main" id="{9E8F4271-5DD0-3C80-1B0F-9BF664435CC1}"/>
              </a:ext>
            </a:extLst>
          </p:cNvPr>
          <p:cNvSpPr txBox="1"/>
          <p:nvPr/>
        </p:nvSpPr>
        <p:spPr>
          <a:xfrm rot="16200000">
            <a:off x="2348676" y="708057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0.2 mm</a:t>
            </a:r>
          </a:p>
        </p:txBody>
      </p:sp>
    </p:spTree>
    <p:extLst>
      <p:ext uri="{BB962C8B-B14F-4D97-AF65-F5344CB8AC3E}">
        <p14:creationId xmlns:p14="http://schemas.microsoft.com/office/powerpoint/2010/main" val="26875427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8</Words>
  <Application>Microsoft Office PowerPoint</Application>
  <PresentationFormat>Personnalisé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VILLEMEJANE</dc:creator>
  <cp:lastModifiedBy>Julien VILLEMEJANE</cp:lastModifiedBy>
  <cp:revision>10</cp:revision>
  <dcterms:created xsi:type="dcterms:W3CDTF">2025-11-20T10:53:30Z</dcterms:created>
  <dcterms:modified xsi:type="dcterms:W3CDTF">2025-11-25T19:13:29Z</dcterms:modified>
</cp:coreProperties>
</file>