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22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90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73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22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11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79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00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49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58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47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16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0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3012F-2CE9-4275-BACF-0022BCCFD0F9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E2299-73E7-4CA8-9DA6-2A21D2E44C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96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DB796D5-7857-C3E1-2819-88A00EDDB1A8}"/>
              </a:ext>
            </a:extLst>
          </p:cNvPr>
          <p:cNvSpPr/>
          <p:nvPr/>
        </p:nvSpPr>
        <p:spPr>
          <a:xfrm>
            <a:off x="863600" y="349250"/>
            <a:ext cx="6235700" cy="44005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64F44-6591-2DD6-2088-09A4F1EF5871}"/>
              </a:ext>
            </a:extLst>
          </p:cNvPr>
          <p:cNvSpPr/>
          <p:nvPr/>
        </p:nvSpPr>
        <p:spPr>
          <a:xfrm>
            <a:off x="1463038" y="1533379"/>
            <a:ext cx="1080000" cy="10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56E1E-C8DE-D728-AA9F-0DE5907C90BA}"/>
              </a:ext>
            </a:extLst>
          </p:cNvPr>
          <p:cNvSpPr/>
          <p:nvPr/>
        </p:nvSpPr>
        <p:spPr>
          <a:xfrm rot="2213007">
            <a:off x="4154210" y="1173379"/>
            <a:ext cx="72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8D7C34-4AF4-ED04-6315-AB4695D0149C}"/>
              </a:ext>
            </a:extLst>
          </p:cNvPr>
          <p:cNvSpPr/>
          <p:nvPr/>
        </p:nvSpPr>
        <p:spPr>
          <a:xfrm rot="20294679">
            <a:off x="3099589" y="2667838"/>
            <a:ext cx="1440000" cy="360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riangle isocèle 16">
            <a:extLst>
              <a:ext uri="{FF2B5EF4-FFF2-40B4-BE49-F238E27FC236}">
                <a16:creationId xmlns:a16="http://schemas.microsoft.com/office/drawing/2014/main" id="{0373709A-B1FA-35AB-CF45-E20FACE2940C}"/>
              </a:ext>
            </a:extLst>
          </p:cNvPr>
          <p:cNvSpPr/>
          <p:nvPr/>
        </p:nvSpPr>
        <p:spPr>
          <a:xfrm>
            <a:off x="1825586" y="2947630"/>
            <a:ext cx="717452" cy="668502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Pentagone 18">
            <a:extLst>
              <a:ext uri="{FF2B5EF4-FFF2-40B4-BE49-F238E27FC236}">
                <a16:creationId xmlns:a16="http://schemas.microsoft.com/office/drawing/2014/main" id="{540E9A3E-7427-CF1F-984B-0A6D4D1C5C7D}"/>
              </a:ext>
            </a:extLst>
          </p:cNvPr>
          <p:cNvSpPr/>
          <p:nvPr/>
        </p:nvSpPr>
        <p:spPr>
          <a:xfrm>
            <a:off x="5381434" y="1533379"/>
            <a:ext cx="822418" cy="792018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Hexagone 19">
            <a:extLst>
              <a:ext uri="{FF2B5EF4-FFF2-40B4-BE49-F238E27FC236}">
                <a16:creationId xmlns:a16="http://schemas.microsoft.com/office/drawing/2014/main" id="{74A0D076-1E24-F8F1-1089-4F3EFD13A83A}"/>
              </a:ext>
            </a:extLst>
          </p:cNvPr>
          <p:cNvSpPr/>
          <p:nvPr/>
        </p:nvSpPr>
        <p:spPr>
          <a:xfrm>
            <a:off x="5096140" y="2979832"/>
            <a:ext cx="1107712" cy="1008036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CA2A1DF-CCDB-CBEB-E0C4-06510BC81D85}"/>
              </a:ext>
            </a:extLst>
          </p:cNvPr>
          <p:cNvSpPr/>
          <p:nvPr/>
        </p:nvSpPr>
        <p:spPr>
          <a:xfrm>
            <a:off x="3459589" y="3687365"/>
            <a:ext cx="720000" cy="72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Hexagone 1">
            <a:extLst>
              <a:ext uri="{FF2B5EF4-FFF2-40B4-BE49-F238E27FC236}">
                <a16:creationId xmlns:a16="http://schemas.microsoft.com/office/drawing/2014/main" id="{91CF6DB4-D000-F4E0-7FD1-561D883356F9}"/>
              </a:ext>
            </a:extLst>
          </p:cNvPr>
          <p:cNvSpPr/>
          <p:nvPr/>
        </p:nvSpPr>
        <p:spPr>
          <a:xfrm>
            <a:off x="2620954" y="7292484"/>
            <a:ext cx="717452" cy="668502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Hexagone 3">
            <a:extLst>
              <a:ext uri="{FF2B5EF4-FFF2-40B4-BE49-F238E27FC236}">
                <a16:creationId xmlns:a16="http://schemas.microsoft.com/office/drawing/2014/main" id="{7B37AE82-0DA5-BCDC-E261-8C2642003467}"/>
              </a:ext>
            </a:extLst>
          </p:cNvPr>
          <p:cNvSpPr/>
          <p:nvPr/>
        </p:nvSpPr>
        <p:spPr>
          <a:xfrm>
            <a:off x="3858547" y="7444884"/>
            <a:ext cx="717452" cy="668502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Hexagone 4">
            <a:extLst>
              <a:ext uri="{FF2B5EF4-FFF2-40B4-BE49-F238E27FC236}">
                <a16:creationId xmlns:a16="http://schemas.microsoft.com/office/drawing/2014/main" id="{1AB3BC09-3A87-7524-6257-297ECB943958}"/>
              </a:ext>
            </a:extLst>
          </p:cNvPr>
          <p:cNvSpPr/>
          <p:nvPr/>
        </p:nvSpPr>
        <p:spPr>
          <a:xfrm>
            <a:off x="5096140" y="7292484"/>
            <a:ext cx="717452" cy="668502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Hexagone 5">
            <a:extLst>
              <a:ext uri="{FF2B5EF4-FFF2-40B4-BE49-F238E27FC236}">
                <a16:creationId xmlns:a16="http://schemas.microsoft.com/office/drawing/2014/main" id="{2EAF4EB5-7076-86AD-F267-05F1F15D3BE7}"/>
              </a:ext>
            </a:extLst>
          </p:cNvPr>
          <p:cNvSpPr/>
          <p:nvPr/>
        </p:nvSpPr>
        <p:spPr>
          <a:xfrm>
            <a:off x="3162071" y="8564792"/>
            <a:ext cx="717452" cy="668502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Hexagone 7">
            <a:extLst>
              <a:ext uri="{FF2B5EF4-FFF2-40B4-BE49-F238E27FC236}">
                <a16:creationId xmlns:a16="http://schemas.microsoft.com/office/drawing/2014/main" id="{9D706E05-2A7E-BAFE-AC5F-20F826B5835A}"/>
              </a:ext>
            </a:extLst>
          </p:cNvPr>
          <p:cNvSpPr/>
          <p:nvPr/>
        </p:nvSpPr>
        <p:spPr>
          <a:xfrm>
            <a:off x="4378688" y="8993950"/>
            <a:ext cx="717452" cy="668502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Pentagone 8">
            <a:extLst>
              <a:ext uri="{FF2B5EF4-FFF2-40B4-BE49-F238E27FC236}">
                <a16:creationId xmlns:a16="http://schemas.microsoft.com/office/drawing/2014/main" id="{84E5B345-1B9E-2376-73A9-9EF2D9F90F6A}"/>
              </a:ext>
            </a:extLst>
          </p:cNvPr>
          <p:cNvSpPr/>
          <p:nvPr/>
        </p:nvSpPr>
        <p:spPr>
          <a:xfrm>
            <a:off x="2540911" y="793796"/>
            <a:ext cx="283483" cy="235565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F8138-A15A-9591-5378-8A62EE9DEB0A}"/>
              </a:ext>
            </a:extLst>
          </p:cNvPr>
          <p:cNvSpPr/>
          <p:nvPr/>
        </p:nvSpPr>
        <p:spPr>
          <a:xfrm rot="2213007">
            <a:off x="3377111" y="1630114"/>
            <a:ext cx="60223" cy="39908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5427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VILLEMEJANE</dc:creator>
  <cp:lastModifiedBy>Julien VILLEMEJANE</cp:lastModifiedBy>
  <cp:revision>17</cp:revision>
  <dcterms:created xsi:type="dcterms:W3CDTF">2025-11-20T10:53:30Z</dcterms:created>
  <dcterms:modified xsi:type="dcterms:W3CDTF">2025-12-16T13:54:10Z</dcterms:modified>
</cp:coreProperties>
</file>