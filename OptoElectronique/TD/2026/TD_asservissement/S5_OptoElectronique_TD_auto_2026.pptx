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  <p:sldMasterId id="2147483664" r:id="rId2"/>
  </p:sldMasterIdLst>
  <p:notesMasterIdLst>
    <p:notesMasterId r:id="rId30"/>
  </p:notesMasterIdLst>
  <p:handoutMasterIdLst>
    <p:handoutMasterId r:id="rId31"/>
  </p:handoutMasterIdLst>
  <p:sldIdLst>
    <p:sldId id="317" r:id="rId3"/>
    <p:sldId id="360" r:id="rId4"/>
    <p:sldId id="436" r:id="rId5"/>
    <p:sldId id="437" r:id="rId6"/>
    <p:sldId id="438" r:id="rId7"/>
    <p:sldId id="424" r:id="rId8"/>
    <p:sldId id="439" r:id="rId9"/>
    <p:sldId id="440" r:id="rId10"/>
    <p:sldId id="441" r:id="rId11"/>
    <p:sldId id="442" r:id="rId12"/>
    <p:sldId id="443" r:id="rId13"/>
    <p:sldId id="444" r:id="rId14"/>
    <p:sldId id="445" r:id="rId15"/>
    <p:sldId id="450" r:id="rId16"/>
    <p:sldId id="452" r:id="rId17"/>
    <p:sldId id="451" r:id="rId18"/>
    <p:sldId id="449" r:id="rId19"/>
    <p:sldId id="453" r:id="rId20"/>
    <p:sldId id="446" r:id="rId21"/>
    <p:sldId id="459" r:id="rId22"/>
    <p:sldId id="458" r:id="rId23"/>
    <p:sldId id="447" r:id="rId24"/>
    <p:sldId id="454" r:id="rId25"/>
    <p:sldId id="455" r:id="rId26"/>
    <p:sldId id="456" r:id="rId27"/>
    <p:sldId id="457" r:id="rId28"/>
    <p:sldId id="448" r:id="rId29"/>
  </p:sldIdLst>
  <p:sldSz cx="12192000" cy="6858000"/>
  <p:notesSz cx="6797675" cy="992822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1pPr>
    <a:lvl2pPr marL="453586" indent="1588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2pPr>
    <a:lvl3pPr marL="910346" indent="1588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3pPr>
    <a:lvl4pPr marL="1367113" indent="1588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4pPr>
    <a:lvl5pPr marL="1823873" indent="1588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5pPr>
    <a:lvl6pPr marL="2283805" algn="l" defTabSz="456760" rtl="0" eaLnBrk="1" latinLnBrk="0" hangingPunct="1"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6pPr>
    <a:lvl7pPr marL="2740568" algn="l" defTabSz="456760" rtl="0" eaLnBrk="1" latinLnBrk="0" hangingPunct="1"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7pPr>
    <a:lvl8pPr marL="3197328" algn="l" defTabSz="456760" rtl="0" eaLnBrk="1" latinLnBrk="0" hangingPunct="1"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8pPr>
    <a:lvl9pPr marL="3654091" algn="l" defTabSz="456760" rtl="0" eaLnBrk="1" latinLnBrk="0" hangingPunct="1"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9pPr>
  </p:defaultTextStyle>
  <p:extLst>
    <p:ext uri="{521415D9-36F7-43E2-AB2F-B90AF26B5E84}">
      <p14:sectionLst xmlns:p14="http://schemas.microsoft.com/office/powerpoint/2010/main">
        <p14:section name="Section par défaut" id="{6A6AAF0A-6CDB-6A4B-A404-BE18D9B0BA16}">
          <p14:sldIdLst>
            <p14:sldId id="317"/>
            <p14:sldId id="360"/>
            <p14:sldId id="436"/>
            <p14:sldId id="437"/>
            <p14:sldId id="438"/>
            <p14:sldId id="424"/>
            <p14:sldId id="439"/>
            <p14:sldId id="440"/>
            <p14:sldId id="441"/>
            <p14:sldId id="442"/>
            <p14:sldId id="443"/>
            <p14:sldId id="444"/>
            <p14:sldId id="445"/>
            <p14:sldId id="450"/>
            <p14:sldId id="452"/>
            <p14:sldId id="451"/>
            <p14:sldId id="449"/>
            <p14:sldId id="453"/>
            <p14:sldId id="446"/>
            <p14:sldId id="459"/>
            <p14:sldId id="458"/>
            <p14:sldId id="447"/>
            <p14:sldId id="454"/>
            <p14:sldId id="455"/>
            <p14:sldId id="456"/>
            <p14:sldId id="457"/>
            <p14:sldId id="44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ylvie Retailleau" initials="SR" lastIdx="9" clrIdx="0"/>
  <p:cmAuthor id="2" name="Claire LARTIGUE" initials="CL" lastIdx="10" clrIdx="1"/>
  <p:cmAuthor id="3" name="Bouye Clementine" initials="BC" lastIdx="1" clrIdx="2">
    <p:extLst>
      <p:ext uri="{19B8F6BF-5375-455C-9EA6-DF929625EA0E}">
        <p15:presenceInfo xmlns:p15="http://schemas.microsoft.com/office/powerpoint/2012/main" userId="S-1-5-21-2844717677-1882146966-2427725951-2853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02D12"/>
    <a:srgbClr val="FA960A"/>
    <a:srgbClr val="222268"/>
    <a:srgbClr val="BBE0E3"/>
    <a:srgbClr val="00B0F0"/>
    <a:srgbClr val="D9D9D9"/>
    <a:srgbClr val="6AB5D9"/>
    <a:srgbClr val="0A3250"/>
    <a:srgbClr val="CBE5F9"/>
    <a:srgbClr val="9E1B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Style moyen 1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DA37D80-6434-44D0-A028-1B22A696006F}" styleName="Style léger 3 - Accentuation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Style moyen 1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83" autoAdjust="0"/>
    <p:restoredTop sz="84504" autoAdjust="0"/>
  </p:normalViewPr>
  <p:slideViewPr>
    <p:cSldViewPr>
      <p:cViewPr varScale="1">
        <p:scale>
          <a:sx n="75" d="100"/>
          <a:sy n="75" d="100"/>
        </p:scale>
        <p:origin x="1080" y="62"/>
      </p:cViewPr>
      <p:guideLst>
        <p:guide orient="horz" pos="2160"/>
        <p:guide pos="38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156" d="100"/>
          <a:sy n="156" d="100"/>
        </p:scale>
        <p:origin x="7648" y="19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505200" y="9431340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CFE5C97D-F4A4-3148-9D69-08ACA8026603}" type="slidenum">
              <a:rPr lang="fr-FR"/>
              <a:pPr/>
              <a:t>‹N°›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429751"/>
            <a:ext cx="2946400" cy="496888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000">
                <a:latin typeface="Arial" charset="0"/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r>
              <a:rPr lang="fr-FR" dirty="0"/>
              <a:t>CA IOGS 20 décembre 2018</a:t>
            </a:r>
          </a:p>
        </p:txBody>
      </p:sp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45104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latin typeface="Arial" charset="0"/>
                <a:ea typeface="MS PGothic" pitchFamily="34" charset="-128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2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9202EF97-A5BF-E644-B5D7-99A720C3808E}" type="datetimeFigureOut">
              <a:rPr lang="fr-FR"/>
              <a:pPr/>
              <a:t>09/09/2026</a:t>
            </a:fld>
            <a:endParaRPr lang="fr-FR"/>
          </a:p>
        </p:txBody>
      </p:sp>
      <p:sp>
        <p:nvSpPr>
          <p:cNvPr id="481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4538"/>
            <a:ext cx="6615113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4875"/>
            <a:ext cx="4984750" cy="4468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1340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C5D8CFC6-2EE8-4043-8C44-71F3876B9617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885409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MS PGothic"/>
      </a:defRPr>
    </a:lvl1pPr>
    <a:lvl2pPr marL="453586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MS PGothic"/>
      </a:defRPr>
    </a:lvl2pPr>
    <a:lvl3pPr marL="910346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MS PGothic"/>
      </a:defRPr>
    </a:lvl3pPr>
    <a:lvl4pPr marL="13671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MS PGothic"/>
      </a:defRPr>
    </a:lvl4pPr>
    <a:lvl5pPr marL="182387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MS PGothic"/>
      </a:defRPr>
    </a:lvl5pPr>
    <a:lvl6pPr marL="2282113" algn="l" defTabSz="91284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38534" algn="l" defTabSz="91284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4959" algn="l" defTabSz="91284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1381" algn="l" defTabSz="91284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8182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22181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97568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18285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C3CD39C-0EB2-73A1-4297-88CF321BB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="" xmlns:a16="http://schemas.microsoft.com/office/drawing/2014/main" id="{6D180A43-5F56-50A4-D482-6923EC4286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="" xmlns:a16="http://schemas.microsoft.com/office/drawing/2014/main" id="{43360E96-372A-49AF-05B0-ED33CAD5D2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="" xmlns:a16="http://schemas.microsoft.com/office/drawing/2014/main" id="{5EE27781-3954-F062-83D6-7AB0F6965A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78347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3955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58528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54617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14418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37352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17555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58391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02270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3297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05849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324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88585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C3CD39C-0EB2-73A1-4297-88CF321BB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="" xmlns:a16="http://schemas.microsoft.com/office/drawing/2014/main" id="{6D180A43-5F56-50A4-D482-6923EC4286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="" xmlns:a16="http://schemas.microsoft.com/office/drawing/2014/main" id="{43360E96-372A-49AF-05B0-ED33CAD5D2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="" xmlns:a16="http://schemas.microsoft.com/office/drawing/2014/main" id="{5EE27781-3954-F062-83D6-7AB0F6965A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48085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42900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89045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C3CD39C-0EB2-73A1-4297-88CF321BB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="" xmlns:a16="http://schemas.microsoft.com/office/drawing/2014/main" id="{6D180A43-5F56-50A4-D482-6923EC4286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="" xmlns:a16="http://schemas.microsoft.com/office/drawing/2014/main" id="{43360E96-372A-49AF-05B0-ED33CAD5D2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="" xmlns:a16="http://schemas.microsoft.com/office/drawing/2014/main" id="{5EE27781-3954-F062-83D6-7AB0F6965A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19497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3909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60299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22487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18435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C3CD39C-0EB2-73A1-4297-88CF321BB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="" xmlns:a16="http://schemas.microsoft.com/office/drawing/2014/main" id="{6D180A43-5F56-50A4-D482-6923EC4286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="" xmlns:a16="http://schemas.microsoft.com/office/drawing/2014/main" id="{43360E96-372A-49AF-05B0-ED33CAD5D2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="" xmlns:a16="http://schemas.microsoft.com/office/drawing/2014/main" id="{5EE27781-3954-F062-83D6-7AB0F6965A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3980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914400" y="2130441"/>
            <a:ext cx="10363200" cy="1470025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 algn="ctr">
              <a:buNone/>
              <a:defRPr sz="2400"/>
            </a:lvl1pPr>
            <a:lvl2pPr marL="456425" indent="0" algn="ctr">
              <a:buNone/>
              <a:defRPr/>
            </a:lvl2pPr>
            <a:lvl3pPr marL="912843" indent="0" algn="ctr">
              <a:buNone/>
              <a:defRPr/>
            </a:lvl3pPr>
            <a:lvl4pPr marL="1369266" indent="0" algn="ctr">
              <a:buNone/>
              <a:defRPr/>
            </a:lvl4pPr>
            <a:lvl5pPr marL="1825691" indent="0" algn="ctr">
              <a:buNone/>
              <a:defRPr/>
            </a:lvl5pPr>
            <a:lvl6pPr marL="2282113" indent="0" algn="ctr">
              <a:buNone/>
              <a:defRPr/>
            </a:lvl6pPr>
            <a:lvl7pPr marL="2738534" indent="0" algn="ctr">
              <a:buNone/>
              <a:defRPr/>
            </a:lvl7pPr>
            <a:lvl8pPr marL="3194959" indent="0" algn="ctr">
              <a:buNone/>
              <a:defRPr/>
            </a:lvl8pPr>
            <a:lvl9pPr marL="3651381" indent="0" algn="ctr">
              <a:buNone/>
              <a:defRPr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3149793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9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  <a:prstGeom prst="rect">
            <a:avLst/>
          </a:prstGeom>
        </p:spPr>
        <p:txBody>
          <a:bodyPr lIns="91284" tIns="45645" rIns="91284" bIns="45645" anchor="b"/>
          <a:lstStyle>
            <a:lvl1pPr marL="0" indent="0">
              <a:buNone/>
              <a:defRPr sz="2000"/>
            </a:lvl1pPr>
            <a:lvl2pPr marL="456425" indent="0">
              <a:buNone/>
              <a:defRPr sz="1800"/>
            </a:lvl2pPr>
            <a:lvl3pPr marL="912843" indent="0">
              <a:buNone/>
              <a:defRPr sz="1600"/>
            </a:lvl3pPr>
            <a:lvl4pPr marL="1369266" indent="0">
              <a:buNone/>
              <a:defRPr sz="1400"/>
            </a:lvl4pPr>
            <a:lvl5pPr marL="1825691" indent="0">
              <a:buNone/>
              <a:defRPr sz="1400"/>
            </a:lvl5pPr>
            <a:lvl6pPr marL="2282113" indent="0">
              <a:buNone/>
              <a:defRPr sz="1400"/>
            </a:lvl6pPr>
            <a:lvl7pPr marL="2738534" indent="0">
              <a:buNone/>
              <a:defRPr sz="1400"/>
            </a:lvl7pPr>
            <a:lvl8pPr marL="3194959" indent="0">
              <a:buNone/>
              <a:defRPr sz="1400"/>
            </a:lvl8pPr>
            <a:lvl9pPr marL="3651381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650190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745507" y="404664"/>
            <a:ext cx="6836893" cy="685800"/>
          </a:xfrm>
          <a:prstGeom prst="rect">
            <a:avLst/>
          </a:prstGeom>
        </p:spPr>
        <p:txBody>
          <a:bodyPr anchor="ctr"/>
          <a:lstStyle>
            <a:lvl1pPr algn="r">
              <a:defRPr sz="2800" baseline="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600210"/>
            <a:ext cx="10972800" cy="452596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Rectangle 19">
            <a:extLst>
              <a:ext uri="{FF2B5EF4-FFF2-40B4-BE49-F238E27FC236}">
                <a16:creationId xmlns="" xmlns:a16="http://schemas.microsoft.com/office/drawing/2014/main" id="{396DA067-7B21-5AB8-7D7F-35A2AE9D41D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9348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943871" y="404664"/>
            <a:ext cx="6638529" cy="685800"/>
          </a:xfrm>
          <a:prstGeom prst="rect">
            <a:avLst/>
          </a:prstGeom>
        </p:spPr>
        <p:txBody>
          <a:bodyPr anchor="ctr"/>
          <a:lstStyle>
            <a:lvl1pPr algn="r">
              <a:defRPr sz="28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10"/>
            <a:ext cx="5384800" cy="452596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10"/>
            <a:ext cx="5384800" cy="452596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Rectangle 19">
            <a:extLst>
              <a:ext uri="{FF2B5EF4-FFF2-40B4-BE49-F238E27FC236}">
                <a16:creationId xmlns="" xmlns:a16="http://schemas.microsoft.com/office/drawing/2014/main" id="{82767EA3-F885-2BAE-94AF-C911A1ED2D0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5228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9" y="1535113"/>
            <a:ext cx="5386917" cy="639762"/>
          </a:xfrm>
          <a:prstGeom prst="rect">
            <a:avLst/>
          </a:prstGeom>
        </p:spPr>
        <p:txBody>
          <a:bodyPr lIns="91284" tIns="45645" rIns="91284" bIns="45645" anchor="b"/>
          <a:lstStyle>
            <a:lvl1pPr marL="0" indent="0">
              <a:buNone/>
              <a:defRPr sz="2400" b="1"/>
            </a:lvl1pPr>
            <a:lvl2pPr marL="456425" indent="0">
              <a:buNone/>
              <a:defRPr sz="2000" b="1"/>
            </a:lvl2pPr>
            <a:lvl3pPr marL="912843" indent="0">
              <a:buNone/>
              <a:defRPr sz="1800" b="1"/>
            </a:lvl3pPr>
            <a:lvl4pPr marL="1369266" indent="0">
              <a:buNone/>
              <a:defRPr sz="1600" b="1"/>
            </a:lvl4pPr>
            <a:lvl5pPr marL="1825691" indent="0">
              <a:buNone/>
              <a:defRPr sz="1600" b="1"/>
            </a:lvl5pPr>
            <a:lvl6pPr marL="2282113" indent="0">
              <a:buNone/>
              <a:defRPr sz="1600" b="1"/>
            </a:lvl6pPr>
            <a:lvl7pPr marL="2738534" indent="0">
              <a:buNone/>
              <a:defRPr sz="1600" b="1"/>
            </a:lvl7pPr>
            <a:lvl8pPr marL="3194959" indent="0">
              <a:buNone/>
              <a:defRPr sz="1600" b="1"/>
            </a:lvl8pPr>
            <a:lvl9pPr marL="3651381" indent="0">
              <a:buNone/>
              <a:defRPr sz="1600" b="1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9" y="2174875"/>
            <a:ext cx="5386917" cy="3951288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82" y="1535113"/>
            <a:ext cx="5389033" cy="639762"/>
          </a:xfrm>
          <a:prstGeom prst="rect">
            <a:avLst/>
          </a:prstGeom>
        </p:spPr>
        <p:txBody>
          <a:bodyPr lIns="91284" tIns="45645" rIns="91284" bIns="45645" anchor="b"/>
          <a:lstStyle>
            <a:lvl1pPr marL="0" indent="0">
              <a:buNone/>
              <a:defRPr sz="2400" b="1"/>
            </a:lvl1pPr>
            <a:lvl2pPr marL="456425" indent="0">
              <a:buNone/>
              <a:defRPr sz="2000" b="1"/>
            </a:lvl2pPr>
            <a:lvl3pPr marL="912843" indent="0">
              <a:buNone/>
              <a:defRPr sz="1800" b="1"/>
            </a:lvl3pPr>
            <a:lvl4pPr marL="1369266" indent="0">
              <a:buNone/>
              <a:defRPr sz="1600" b="1"/>
            </a:lvl4pPr>
            <a:lvl5pPr marL="1825691" indent="0">
              <a:buNone/>
              <a:defRPr sz="1600" b="1"/>
            </a:lvl5pPr>
            <a:lvl6pPr marL="2282113" indent="0">
              <a:buNone/>
              <a:defRPr sz="1600" b="1"/>
            </a:lvl6pPr>
            <a:lvl7pPr marL="2738534" indent="0">
              <a:buNone/>
              <a:defRPr sz="1600" b="1"/>
            </a:lvl7pPr>
            <a:lvl8pPr marL="3194959" indent="0">
              <a:buNone/>
              <a:defRPr sz="1600" b="1"/>
            </a:lvl8pPr>
            <a:lvl9pPr marL="3651381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82" y="2174875"/>
            <a:ext cx="5389033" cy="3951288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Titre 1">
            <a:extLst>
              <a:ext uri="{FF2B5EF4-FFF2-40B4-BE49-F238E27FC236}">
                <a16:creationId xmlns="" xmlns:a16="http://schemas.microsoft.com/office/drawing/2014/main" id="{54EDA9F1-1622-BA93-CD33-B9056ADCE8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3871" y="404664"/>
            <a:ext cx="6638529" cy="685800"/>
          </a:xfrm>
          <a:prstGeom prst="rect">
            <a:avLst/>
          </a:prstGeom>
        </p:spPr>
        <p:txBody>
          <a:bodyPr anchor="ctr"/>
          <a:lstStyle>
            <a:lvl1pPr algn="r">
              <a:defRPr sz="2800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2" name="Rectangle 19">
            <a:extLst>
              <a:ext uri="{FF2B5EF4-FFF2-40B4-BE49-F238E27FC236}">
                <a16:creationId xmlns="" xmlns:a16="http://schemas.microsoft.com/office/drawing/2014/main" id="{8FD31D39-3427-05C6-6953-68C4777BD4F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5068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="" xmlns:a16="http://schemas.microsoft.com/office/drawing/2014/main" id="{AD9F045A-12F5-AFC8-779C-6490CD83A0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45507" y="404664"/>
            <a:ext cx="6836893" cy="685800"/>
          </a:xfrm>
          <a:prstGeom prst="rect">
            <a:avLst/>
          </a:prstGeom>
        </p:spPr>
        <p:txBody>
          <a:bodyPr anchor="ctr"/>
          <a:lstStyle>
            <a:lvl1pPr algn="r">
              <a:defRPr sz="2800" baseline="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2" name="Rectangle 19">
            <a:extLst>
              <a:ext uri="{FF2B5EF4-FFF2-40B4-BE49-F238E27FC236}">
                <a16:creationId xmlns="" xmlns:a16="http://schemas.microsoft.com/office/drawing/2014/main" id="{426997D4-9692-6DA4-0398-01E90E47CAA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6844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9">
            <a:extLst>
              <a:ext uri="{FF2B5EF4-FFF2-40B4-BE49-F238E27FC236}">
                <a16:creationId xmlns="" xmlns:a16="http://schemas.microsoft.com/office/drawing/2014/main" id="{61CD16E7-27E3-F2A0-53EA-7A1B96BA1BE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548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13" y="1546870"/>
            <a:ext cx="4011084" cy="80201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60"/>
            <a:ext cx="6815667" cy="585311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13" y="2348880"/>
            <a:ext cx="4011084" cy="3777285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>
              <a:buNone/>
              <a:defRPr sz="1400"/>
            </a:lvl1pPr>
            <a:lvl2pPr marL="456425" indent="0">
              <a:buNone/>
              <a:defRPr sz="1200"/>
            </a:lvl2pPr>
            <a:lvl3pPr marL="912843" indent="0">
              <a:buNone/>
              <a:defRPr sz="1000"/>
            </a:lvl3pPr>
            <a:lvl4pPr marL="1369266" indent="0">
              <a:buNone/>
              <a:defRPr sz="900"/>
            </a:lvl4pPr>
            <a:lvl5pPr marL="1825691" indent="0">
              <a:buNone/>
              <a:defRPr sz="900"/>
            </a:lvl5pPr>
            <a:lvl6pPr marL="2282113" indent="0">
              <a:buNone/>
              <a:defRPr sz="900"/>
            </a:lvl6pPr>
            <a:lvl7pPr marL="2738534" indent="0">
              <a:buNone/>
              <a:defRPr sz="900"/>
            </a:lvl7pPr>
            <a:lvl8pPr marL="3194959" indent="0">
              <a:buNone/>
              <a:defRPr sz="900"/>
            </a:lvl8pPr>
            <a:lvl9pPr marL="3651381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Rectangle 19">
            <a:extLst>
              <a:ext uri="{FF2B5EF4-FFF2-40B4-BE49-F238E27FC236}">
                <a16:creationId xmlns="" xmlns:a16="http://schemas.microsoft.com/office/drawing/2014/main" id="{4DC60A7D-FFC7-D6EE-8429-DD1DDFA9040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9443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2389717" y="4806478"/>
            <a:ext cx="7315200" cy="566738"/>
          </a:xfrm>
          <a:prstGeom prst="rect">
            <a:avLst/>
          </a:prstGeom>
        </p:spPr>
        <p:txBody>
          <a:bodyPr anchor="ctr"/>
          <a:lstStyle>
            <a:lvl1pPr algn="l">
              <a:defRPr sz="2000" b="1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1556793"/>
            <a:ext cx="7315200" cy="3170782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 algn="ctr">
              <a:buNone/>
              <a:defRPr sz="3200"/>
            </a:lvl1pPr>
            <a:lvl2pPr marL="456425" indent="0">
              <a:buNone/>
              <a:defRPr sz="2800"/>
            </a:lvl2pPr>
            <a:lvl3pPr marL="912843" indent="0">
              <a:buNone/>
              <a:defRPr sz="2400"/>
            </a:lvl3pPr>
            <a:lvl4pPr marL="1369266" indent="0">
              <a:buNone/>
              <a:defRPr sz="2000"/>
            </a:lvl4pPr>
            <a:lvl5pPr marL="1825691" indent="0">
              <a:buNone/>
              <a:defRPr sz="2000"/>
            </a:lvl5pPr>
            <a:lvl6pPr marL="2282113" indent="0">
              <a:buNone/>
              <a:defRPr sz="2000"/>
            </a:lvl6pPr>
            <a:lvl7pPr marL="2738534" indent="0">
              <a:buNone/>
              <a:defRPr sz="2000"/>
            </a:lvl7pPr>
            <a:lvl8pPr marL="3194959" indent="0">
              <a:buNone/>
              <a:defRPr sz="2000"/>
            </a:lvl8pPr>
            <a:lvl9pPr marL="3651381" indent="0">
              <a:buNone/>
              <a:defRPr sz="2000"/>
            </a:lvl9pPr>
          </a:lstStyle>
          <a:p>
            <a:pPr lvl="0"/>
            <a:r>
              <a:rPr lang="fr-FR" noProof="0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>
              <a:buNone/>
              <a:defRPr sz="1400"/>
            </a:lvl1pPr>
            <a:lvl2pPr marL="456425" indent="0">
              <a:buNone/>
              <a:defRPr sz="1200"/>
            </a:lvl2pPr>
            <a:lvl3pPr marL="912843" indent="0">
              <a:buNone/>
              <a:defRPr sz="1000"/>
            </a:lvl3pPr>
            <a:lvl4pPr marL="1369266" indent="0">
              <a:buNone/>
              <a:defRPr sz="900"/>
            </a:lvl4pPr>
            <a:lvl5pPr marL="1825691" indent="0">
              <a:buNone/>
              <a:defRPr sz="900"/>
            </a:lvl5pPr>
            <a:lvl6pPr marL="2282113" indent="0">
              <a:buNone/>
              <a:defRPr sz="900"/>
            </a:lvl6pPr>
            <a:lvl7pPr marL="2738534" indent="0">
              <a:buNone/>
              <a:defRPr sz="900"/>
            </a:lvl7pPr>
            <a:lvl8pPr marL="3194959" indent="0">
              <a:buNone/>
              <a:defRPr sz="900"/>
            </a:lvl8pPr>
            <a:lvl9pPr marL="3651381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Rectangle 19">
            <a:extLst>
              <a:ext uri="{FF2B5EF4-FFF2-40B4-BE49-F238E27FC236}">
                <a16:creationId xmlns="" xmlns:a16="http://schemas.microsoft.com/office/drawing/2014/main" id="{393FDF41-01A4-C27F-699C-E054F7452FE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8587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914400" y="2130441"/>
            <a:ext cx="10363200" cy="1470025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 algn="ctr">
              <a:buNone/>
              <a:defRPr sz="2400"/>
            </a:lvl1pPr>
            <a:lvl2pPr marL="456425" indent="0" algn="ctr">
              <a:buNone/>
              <a:defRPr/>
            </a:lvl2pPr>
            <a:lvl3pPr marL="912843" indent="0" algn="ctr">
              <a:buNone/>
              <a:defRPr/>
            </a:lvl3pPr>
            <a:lvl4pPr marL="1369266" indent="0" algn="ctr">
              <a:buNone/>
              <a:defRPr/>
            </a:lvl4pPr>
            <a:lvl5pPr marL="1825691" indent="0" algn="ctr">
              <a:buNone/>
              <a:defRPr/>
            </a:lvl5pPr>
            <a:lvl6pPr marL="2282113" indent="0" algn="ctr">
              <a:buNone/>
              <a:defRPr/>
            </a:lvl6pPr>
            <a:lvl7pPr marL="2738534" indent="0" algn="ctr">
              <a:buNone/>
              <a:defRPr/>
            </a:lvl7pPr>
            <a:lvl8pPr marL="3194959" indent="0" algn="ctr">
              <a:buNone/>
              <a:defRPr/>
            </a:lvl8pPr>
            <a:lvl9pPr marL="3651381" indent="0" algn="ctr">
              <a:buNone/>
              <a:defRPr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3760495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9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  <a:prstGeom prst="rect">
            <a:avLst/>
          </a:prstGeom>
        </p:spPr>
        <p:txBody>
          <a:bodyPr lIns="91284" tIns="45645" rIns="91284" bIns="45645" anchor="b"/>
          <a:lstStyle>
            <a:lvl1pPr marL="0" indent="0">
              <a:buNone/>
              <a:defRPr sz="2000"/>
            </a:lvl1pPr>
            <a:lvl2pPr marL="456425" indent="0">
              <a:buNone/>
              <a:defRPr sz="1800"/>
            </a:lvl2pPr>
            <a:lvl3pPr marL="912843" indent="0">
              <a:buNone/>
              <a:defRPr sz="1600"/>
            </a:lvl3pPr>
            <a:lvl4pPr marL="1369266" indent="0">
              <a:buNone/>
              <a:defRPr sz="1400"/>
            </a:lvl4pPr>
            <a:lvl5pPr marL="1825691" indent="0">
              <a:buNone/>
              <a:defRPr sz="1400"/>
            </a:lvl5pPr>
            <a:lvl6pPr marL="2282113" indent="0">
              <a:buNone/>
              <a:defRPr sz="1400"/>
            </a:lvl6pPr>
            <a:lvl7pPr marL="2738534" indent="0">
              <a:buNone/>
              <a:defRPr sz="1400"/>
            </a:lvl7pPr>
            <a:lvl8pPr marL="3194959" indent="0">
              <a:buNone/>
              <a:defRPr sz="1400"/>
            </a:lvl8pPr>
            <a:lvl9pPr marL="3651381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997032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745507" y="404664"/>
            <a:ext cx="6836893" cy="685800"/>
          </a:xfrm>
          <a:prstGeom prst="rect">
            <a:avLst/>
          </a:prstGeom>
        </p:spPr>
        <p:txBody>
          <a:bodyPr anchor="ctr"/>
          <a:lstStyle>
            <a:lvl1pPr algn="r">
              <a:defRPr sz="2800" baseline="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600210"/>
            <a:ext cx="10972800" cy="452596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Rectangle 19">
            <a:extLst>
              <a:ext uri="{FF2B5EF4-FFF2-40B4-BE49-F238E27FC236}">
                <a16:creationId xmlns="" xmlns:a16="http://schemas.microsoft.com/office/drawing/2014/main" id="{396DA067-7B21-5AB8-7D7F-35A2AE9D41D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82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943871" y="404664"/>
            <a:ext cx="6638529" cy="685800"/>
          </a:xfrm>
          <a:prstGeom prst="rect">
            <a:avLst/>
          </a:prstGeom>
        </p:spPr>
        <p:txBody>
          <a:bodyPr anchor="ctr"/>
          <a:lstStyle>
            <a:lvl1pPr algn="r">
              <a:defRPr sz="28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10"/>
            <a:ext cx="5384800" cy="452596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10"/>
            <a:ext cx="5384800" cy="452596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Rectangle 19">
            <a:extLst>
              <a:ext uri="{FF2B5EF4-FFF2-40B4-BE49-F238E27FC236}">
                <a16:creationId xmlns="" xmlns:a16="http://schemas.microsoft.com/office/drawing/2014/main" id="{82767EA3-F885-2BAE-94AF-C911A1ED2D0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26789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9" y="1535113"/>
            <a:ext cx="5386917" cy="639762"/>
          </a:xfrm>
          <a:prstGeom prst="rect">
            <a:avLst/>
          </a:prstGeom>
        </p:spPr>
        <p:txBody>
          <a:bodyPr lIns="91284" tIns="45645" rIns="91284" bIns="45645" anchor="b"/>
          <a:lstStyle>
            <a:lvl1pPr marL="0" indent="0">
              <a:buNone/>
              <a:defRPr sz="2400" b="1"/>
            </a:lvl1pPr>
            <a:lvl2pPr marL="456425" indent="0">
              <a:buNone/>
              <a:defRPr sz="2000" b="1"/>
            </a:lvl2pPr>
            <a:lvl3pPr marL="912843" indent="0">
              <a:buNone/>
              <a:defRPr sz="1800" b="1"/>
            </a:lvl3pPr>
            <a:lvl4pPr marL="1369266" indent="0">
              <a:buNone/>
              <a:defRPr sz="1600" b="1"/>
            </a:lvl4pPr>
            <a:lvl5pPr marL="1825691" indent="0">
              <a:buNone/>
              <a:defRPr sz="1600" b="1"/>
            </a:lvl5pPr>
            <a:lvl6pPr marL="2282113" indent="0">
              <a:buNone/>
              <a:defRPr sz="1600" b="1"/>
            </a:lvl6pPr>
            <a:lvl7pPr marL="2738534" indent="0">
              <a:buNone/>
              <a:defRPr sz="1600" b="1"/>
            </a:lvl7pPr>
            <a:lvl8pPr marL="3194959" indent="0">
              <a:buNone/>
              <a:defRPr sz="1600" b="1"/>
            </a:lvl8pPr>
            <a:lvl9pPr marL="3651381" indent="0">
              <a:buNone/>
              <a:defRPr sz="1600" b="1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9" y="2174875"/>
            <a:ext cx="5386917" cy="3951288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82" y="1535113"/>
            <a:ext cx="5389033" cy="639762"/>
          </a:xfrm>
          <a:prstGeom prst="rect">
            <a:avLst/>
          </a:prstGeom>
        </p:spPr>
        <p:txBody>
          <a:bodyPr lIns="91284" tIns="45645" rIns="91284" bIns="45645" anchor="b"/>
          <a:lstStyle>
            <a:lvl1pPr marL="0" indent="0">
              <a:buNone/>
              <a:defRPr sz="2400" b="1"/>
            </a:lvl1pPr>
            <a:lvl2pPr marL="456425" indent="0">
              <a:buNone/>
              <a:defRPr sz="2000" b="1"/>
            </a:lvl2pPr>
            <a:lvl3pPr marL="912843" indent="0">
              <a:buNone/>
              <a:defRPr sz="1800" b="1"/>
            </a:lvl3pPr>
            <a:lvl4pPr marL="1369266" indent="0">
              <a:buNone/>
              <a:defRPr sz="1600" b="1"/>
            </a:lvl4pPr>
            <a:lvl5pPr marL="1825691" indent="0">
              <a:buNone/>
              <a:defRPr sz="1600" b="1"/>
            </a:lvl5pPr>
            <a:lvl6pPr marL="2282113" indent="0">
              <a:buNone/>
              <a:defRPr sz="1600" b="1"/>
            </a:lvl6pPr>
            <a:lvl7pPr marL="2738534" indent="0">
              <a:buNone/>
              <a:defRPr sz="1600" b="1"/>
            </a:lvl7pPr>
            <a:lvl8pPr marL="3194959" indent="0">
              <a:buNone/>
              <a:defRPr sz="1600" b="1"/>
            </a:lvl8pPr>
            <a:lvl9pPr marL="3651381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82" y="2174875"/>
            <a:ext cx="5389033" cy="3951288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Titre 1">
            <a:extLst>
              <a:ext uri="{FF2B5EF4-FFF2-40B4-BE49-F238E27FC236}">
                <a16:creationId xmlns="" xmlns:a16="http://schemas.microsoft.com/office/drawing/2014/main" id="{54EDA9F1-1622-BA93-CD33-B9056ADCE8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3871" y="404664"/>
            <a:ext cx="6638529" cy="685800"/>
          </a:xfrm>
          <a:prstGeom prst="rect">
            <a:avLst/>
          </a:prstGeom>
        </p:spPr>
        <p:txBody>
          <a:bodyPr anchor="ctr"/>
          <a:lstStyle>
            <a:lvl1pPr algn="r">
              <a:defRPr sz="2800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2" name="Rectangle 19">
            <a:extLst>
              <a:ext uri="{FF2B5EF4-FFF2-40B4-BE49-F238E27FC236}">
                <a16:creationId xmlns="" xmlns:a16="http://schemas.microsoft.com/office/drawing/2014/main" id="{8FD31D39-3427-05C6-6953-68C4777BD4F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55079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="" xmlns:a16="http://schemas.microsoft.com/office/drawing/2014/main" id="{AD9F045A-12F5-AFC8-779C-6490CD83A0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45507" y="404664"/>
            <a:ext cx="6836893" cy="685800"/>
          </a:xfrm>
          <a:prstGeom prst="rect">
            <a:avLst/>
          </a:prstGeom>
        </p:spPr>
        <p:txBody>
          <a:bodyPr anchor="ctr"/>
          <a:lstStyle>
            <a:lvl1pPr algn="r">
              <a:defRPr sz="2800" baseline="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2" name="Rectangle 19">
            <a:extLst>
              <a:ext uri="{FF2B5EF4-FFF2-40B4-BE49-F238E27FC236}">
                <a16:creationId xmlns="" xmlns:a16="http://schemas.microsoft.com/office/drawing/2014/main" id="{426997D4-9692-6DA4-0398-01E90E47CAA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31161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9">
            <a:extLst>
              <a:ext uri="{FF2B5EF4-FFF2-40B4-BE49-F238E27FC236}">
                <a16:creationId xmlns="" xmlns:a16="http://schemas.microsoft.com/office/drawing/2014/main" id="{61CD16E7-27E3-F2A0-53EA-7A1B96BA1BE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17972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13" y="1546870"/>
            <a:ext cx="4011084" cy="80201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60"/>
            <a:ext cx="6815667" cy="585311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13" y="2348880"/>
            <a:ext cx="4011084" cy="3777285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>
              <a:buNone/>
              <a:defRPr sz="1400"/>
            </a:lvl1pPr>
            <a:lvl2pPr marL="456425" indent="0">
              <a:buNone/>
              <a:defRPr sz="1200"/>
            </a:lvl2pPr>
            <a:lvl3pPr marL="912843" indent="0">
              <a:buNone/>
              <a:defRPr sz="1000"/>
            </a:lvl3pPr>
            <a:lvl4pPr marL="1369266" indent="0">
              <a:buNone/>
              <a:defRPr sz="900"/>
            </a:lvl4pPr>
            <a:lvl5pPr marL="1825691" indent="0">
              <a:buNone/>
              <a:defRPr sz="900"/>
            </a:lvl5pPr>
            <a:lvl6pPr marL="2282113" indent="0">
              <a:buNone/>
              <a:defRPr sz="900"/>
            </a:lvl6pPr>
            <a:lvl7pPr marL="2738534" indent="0">
              <a:buNone/>
              <a:defRPr sz="900"/>
            </a:lvl7pPr>
            <a:lvl8pPr marL="3194959" indent="0">
              <a:buNone/>
              <a:defRPr sz="900"/>
            </a:lvl8pPr>
            <a:lvl9pPr marL="3651381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Rectangle 19">
            <a:extLst>
              <a:ext uri="{FF2B5EF4-FFF2-40B4-BE49-F238E27FC236}">
                <a16:creationId xmlns="" xmlns:a16="http://schemas.microsoft.com/office/drawing/2014/main" id="{4DC60A7D-FFC7-D6EE-8429-DD1DDFA9040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75473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2389717" y="4806478"/>
            <a:ext cx="7315200" cy="566738"/>
          </a:xfrm>
          <a:prstGeom prst="rect">
            <a:avLst/>
          </a:prstGeom>
        </p:spPr>
        <p:txBody>
          <a:bodyPr anchor="ctr"/>
          <a:lstStyle>
            <a:lvl1pPr algn="l">
              <a:defRPr sz="2000" b="1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1556793"/>
            <a:ext cx="7315200" cy="3170782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 algn="ctr">
              <a:buNone/>
              <a:defRPr sz="3200"/>
            </a:lvl1pPr>
            <a:lvl2pPr marL="456425" indent="0">
              <a:buNone/>
              <a:defRPr sz="2800"/>
            </a:lvl2pPr>
            <a:lvl3pPr marL="912843" indent="0">
              <a:buNone/>
              <a:defRPr sz="2400"/>
            </a:lvl3pPr>
            <a:lvl4pPr marL="1369266" indent="0">
              <a:buNone/>
              <a:defRPr sz="2000"/>
            </a:lvl4pPr>
            <a:lvl5pPr marL="1825691" indent="0">
              <a:buNone/>
              <a:defRPr sz="2000"/>
            </a:lvl5pPr>
            <a:lvl6pPr marL="2282113" indent="0">
              <a:buNone/>
              <a:defRPr sz="2000"/>
            </a:lvl6pPr>
            <a:lvl7pPr marL="2738534" indent="0">
              <a:buNone/>
              <a:defRPr sz="2000"/>
            </a:lvl7pPr>
            <a:lvl8pPr marL="3194959" indent="0">
              <a:buNone/>
              <a:defRPr sz="2000"/>
            </a:lvl8pPr>
            <a:lvl9pPr marL="3651381" indent="0">
              <a:buNone/>
              <a:defRPr sz="2000"/>
            </a:lvl9pPr>
          </a:lstStyle>
          <a:p>
            <a:pPr lvl="0"/>
            <a:r>
              <a:rPr lang="fr-FR" noProof="0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>
              <a:buNone/>
              <a:defRPr sz="1400"/>
            </a:lvl1pPr>
            <a:lvl2pPr marL="456425" indent="0">
              <a:buNone/>
              <a:defRPr sz="1200"/>
            </a:lvl2pPr>
            <a:lvl3pPr marL="912843" indent="0">
              <a:buNone/>
              <a:defRPr sz="1000"/>
            </a:lvl3pPr>
            <a:lvl4pPr marL="1369266" indent="0">
              <a:buNone/>
              <a:defRPr sz="900"/>
            </a:lvl4pPr>
            <a:lvl5pPr marL="1825691" indent="0">
              <a:buNone/>
              <a:defRPr sz="900"/>
            </a:lvl5pPr>
            <a:lvl6pPr marL="2282113" indent="0">
              <a:buNone/>
              <a:defRPr sz="900"/>
            </a:lvl6pPr>
            <a:lvl7pPr marL="2738534" indent="0">
              <a:buNone/>
              <a:defRPr sz="900"/>
            </a:lvl7pPr>
            <a:lvl8pPr marL="3194959" indent="0">
              <a:buNone/>
              <a:defRPr sz="900"/>
            </a:lvl8pPr>
            <a:lvl9pPr marL="3651381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Rectangle 19">
            <a:extLst>
              <a:ext uri="{FF2B5EF4-FFF2-40B4-BE49-F238E27FC236}">
                <a16:creationId xmlns="" xmlns:a16="http://schemas.microsoft.com/office/drawing/2014/main" id="{393FDF41-01A4-C27F-699C-E054F7452FE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1622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Line 17"/>
          <p:cNvSpPr>
            <a:spLocks noChangeShapeType="1"/>
          </p:cNvSpPr>
          <p:nvPr userDrawn="1"/>
        </p:nvSpPr>
        <p:spPr bwMode="auto">
          <a:xfrm flipV="1">
            <a:off x="239349" y="2416"/>
            <a:ext cx="0" cy="6855586"/>
          </a:xfrm>
          <a:prstGeom prst="line">
            <a:avLst/>
          </a:prstGeom>
          <a:noFill/>
          <a:ln w="28575">
            <a:solidFill>
              <a:srgbClr val="FF960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 sz="1600"/>
          </a:p>
        </p:txBody>
      </p:sp>
      <p:sp>
        <p:nvSpPr>
          <p:cNvPr id="13" name="Line 17">
            <a:extLst>
              <a:ext uri="{FF2B5EF4-FFF2-40B4-BE49-F238E27FC236}">
                <a16:creationId xmlns="" xmlns:a16="http://schemas.microsoft.com/office/drawing/2014/main" id="{61E373B6-2243-184D-B77F-D316E77447A1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80004" y="1"/>
            <a:ext cx="0" cy="6855585"/>
          </a:xfrm>
          <a:prstGeom prst="line">
            <a:avLst/>
          </a:prstGeom>
          <a:noFill/>
          <a:ln w="127000">
            <a:solidFill>
              <a:schemeClr val="accent6">
                <a:lumMod val="7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 sz="1600" dirty="0"/>
          </a:p>
        </p:txBody>
      </p:sp>
      <p:pic>
        <p:nvPicPr>
          <p:cNvPr id="5" name="Image 4" descr="Une image contenant texte, Police, Graphique, logo&#10;&#10;Le contenu généré par l’IA peut être incorrect.">
            <a:extLst>
              <a:ext uri="{FF2B5EF4-FFF2-40B4-BE49-F238E27FC236}">
                <a16:creationId xmlns="" xmlns:a16="http://schemas.microsoft.com/office/drawing/2014/main" id="{E83C2882-4408-CE09-DEC2-6856CAFD3C6B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217" y="0"/>
            <a:ext cx="4343400" cy="152476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1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ＭＳ Ｐゴシック" charset="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5pPr>
      <a:lvl6pPr marL="456425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6pPr>
      <a:lvl7pPr marL="912843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7pPr>
      <a:lvl8pPr marL="1369266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8pPr>
      <a:lvl9pPr marL="1825691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9pPr>
    </p:titleStyle>
    <p:bodyStyle>
      <a:lvl1pPr marL="339404" indent="-339404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rgbClr val="0A3250"/>
          </a:solidFill>
          <a:latin typeface="+mn-lt"/>
          <a:ea typeface="ＭＳ Ｐゴシック" charset="0"/>
          <a:cs typeface="+mn-cs"/>
        </a:defRPr>
      </a:lvl1pPr>
      <a:lvl2pPr marL="739064" indent="-282303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rgbClr val="0A3250"/>
          </a:solidFill>
          <a:latin typeface="+mn-lt"/>
          <a:ea typeface="ＭＳ Ｐゴシック" charset="0"/>
        </a:defRPr>
      </a:lvl2pPr>
      <a:lvl3pPr marL="1138731" indent="-225209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rgbClr val="0A3250"/>
          </a:solidFill>
          <a:latin typeface="+mn-lt"/>
          <a:ea typeface="ＭＳ Ｐゴシック" charset="0"/>
        </a:defRPr>
      </a:lvl3pPr>
      <a:lvl4pPr marL="1595491" indent="-225209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rgbClr val="0A3250"/>
          </a:solidFill>
          <a:latin typeface="+mn-lt"/>
          <a:ea typeface="ＭＳ Ｐゴシック" charset="0"/>
        </a:defRPr>
      </a:lvl4pPr>
      <a:lvl5pPr marL="2052252" indent="-225209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  <a:ea typeface="ＭＳ Ｐゴシック" charset="0"/>
        </a:defRPr>
      </a:lvl5pPr>
      <a:lvl6pPr marL="2510322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6pPr>
      <a:lvl7pPr marL="2966747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7pPr>
      <a:lvl8pPr marL="3423169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8pPr>
      <a:lvl9pPr marL="3879589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9pPr>
    </p:bodyStyle>
    <p:otherStyle>
      <a:defPPr>
        <a:defRPr lang="fr-FR"/>
      </a:defPPr>
      <a:lvl1pPr marL="0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425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2843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266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5691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13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534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4959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381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Line 17"/>
          <p:cNvSpPr>
            <a:spLocks noChangeShapeType="1"/>
          </p:cNvSpPr>
          <p:nvPr userDrawn="1"/>
        </p:nvSpPr>
        <p:spPr bwMode="auto">
          <a:xfrm flipV="1">
            <a:off x="239349" y="2416"/>
            <a:ext cx="0" cy="6855586"/>
          </a:xfrm>
          <a:prstGeom prst="line">
            <a:avLst/>
          </a:prstGeom>
          <a:noFill/>
          <a:ln w="28575">
            <a:solidFill>
              <a:srgbClr val="FF960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 sz="1600"/>
          </a:p>
        </p:txBody>
      </p:sp>
      <p:sp>
        <p:nvSpPr>
          <p:cNvPr id="13" name="Line 17">
            <a:extLst>
              <a:ext uri="{FF2B5EF4-FFF2-40B4-BE49-F238E27FC236}">
                <a16:creationId xmlns="" xmlns:a16="http://schemas.microsoft.com/office/drawing/2014/main" id="{61E373B6-2243-184D-B77F-D316E77447A1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80004" y="1"/>
            <a:ext cx="0" cy="6855585"/>
          </a:xfrm>
          <a:prstGeom prst="line">
            <a:avLst/>
          </a:prstGeom>
          <a:noFill/>
          <a:ln w="127000">
            <a:solidFill>
              <a:schemeClr val="accent6">
                <a:lumMod val="7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 sz="1600" dirty="0"/>
          </a:p>
        </p:txBody>
      </p:sp>
      <p:pic>
        <p:nvPicPr>
          <p:cNvPr id="6" name="Image 5" descr="Une image contenant texte, Police, logo, Graphique&#10;&#10;Le contenu généré par l’IA peut être incorrect.">
            <a:extLst>
              <a:ext uri="{FF2B5EF4-FFF2-40B4-BE49-F238E27FC236}">
                <a16:creationId xmlns="" xmlns:a16="http://schemas.microsoft.com/office/drawing/2014/main" id="{8EBAC630-7DDC-F79A-67A7-A059B76493EB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35" y="116632"/>
            <a:ext cx="2070649" cy="127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087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ＭＳ Ｐゴシック" charset="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5pPr>
      <a:lvl6pPr marL="456425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6pPr>
      <a:lvl7pPr marL="912843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7pPr>
      <a:lvl8pPr marL="1369266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8pPr>
      <a:lvl9pPr marL="1825691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9pPr>
    </p:titleStyle>
    <p:bodyStyle>
      <a:lvl1pPr marL="339404" indent="-339404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rgbClr val="0A3250"/>
          </a:solidFill>
          <a:latin typeface="+mn-lt"/>
          <a:ea typeface="ＭＳ Ｐゴシック" charset="0"/>
          <a:cs typeface="+mn-cs"/>
        </a:defRPr>
      </a:lvl1pPr>
      <a:lvl2pPr marL="739064" indent="-282303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rgbClr val="0A3250"/>
          </a:solidFill>
          <a:latin typeface="+mn-lt"/>
          <a:ea typeface="ＭＳ Ｐゴシック" charset="0"/>
        </a:defRPr>
      </a:lvl2pPr>
      <a:lvl3pPr marL="1138731" indent="-225209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rgbClr val="0A3250"/>
          </a:solidFill>
          <a:latin typeface="+mn-lt"/>
          <a:ea typeface="ＭＳ Ｐゴシック" charset="0"/>
        </a:defRPr>
      </a:lvl3pPr>
      <a:lvl4pPr marL="1595491" indent="-225209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rgbClr val="0A3250"/>
          </a:solidFill>
          <a:latin typeface="+mn-lt"/>
          <a:ea typeface="ＭＳ Ｐゴシック" charset="0"/>
        </a:defRPr>
      </a:lvl4pPr>
      <a:lvl5pPr marL="2052252" indent="-225209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  <a:ea typeface="ＭＳ Ｐゴシック" charset="0"/>
        </a:defRPr>
      </a:lvl5pPr>
      <a:lvl6pPr marL="2510322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6pPr>
      <a:lvl7pPr marL="2966747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7pPr>
      <a:lvl8pPr marL="3423169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8pPr>
      <a:lvl9pPr marL="3879589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9pPr>
    </p:bodyStyle>
    <p:otherStyle>
      <a:defPPr>
        <a:defRPr lang="fr-FR"/>
      </a:defPPr>
      <a:lvl1pPr marL="0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425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2843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266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5691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13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534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4959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381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jp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jp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jp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jp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10" Type="http://schemas.openxmlformats.org/officeDocument/2006/relationships/image" Target="../media/image15.png"/><Relationship Id="rId4" Type="http://schemas.openxmlformats.org/officeDocument/2006/relationships/image" Target="../media/image6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jp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11" Type="http://schemas.openxmlformats.org/officeDocument/2006/relationships/image" Target="../media/image16.png"/><Relationship Id="rId5" Type="http://schemas.openxmlformats.org/officeDocument/2006/relationships/image" Target="../media/image11.png"/><Relationship Id="rId10" Type="http://schemas.openxmlformats.org/officeDocument/2006/relationships/image" Target="../media/image15.png"/><Relationship Id="rId4" Type="http://schemas.openxmlformats.org/officeDocument/2006/relationships/image" Target="../media/image6.png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3.jp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9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jp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0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0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jpg"/><Relationship Id="rId9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3.jp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3.jp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7.png"/><Relationship Id="rId10" Type="http://schemas.openxmlformats.org/officeDocument/2006/relationships/image" Target="../media/image22.png"/><Relationship Id="rId4" Type="http://schemas.openxmlformats.org/officeDocument/2006/relationships/image" Target="../media/image6.png"/><Relationship Id="rId9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3.jp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11" Type="http://schemas.openxmlformats.org/officeDocument/2006/relationships/image" Target="../media/image23.png"/><Relationship Id="rId5" Type="http://schemas.openxmlformats.org/officeDocument/2006/relationships/image" Target="../media/image7.png"/><Relationship Id="rId10" Type="http://schemas.openxmlformats.org/officeDocument/2006/relationships/image" Target="../media/image22.png"/><Relationship Id="rId4" Type="http://schemas.openxmlformats.org/officeDocument/2006/relationships/image" Target="../media/image6.png"/><Relationship Id="rId9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jp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jp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11" Type="http://schemas.openxmlformats.org/officeDocument/2006/relationships/image" Target="../media/image16.png"/><Relationship Id="rId5" Type="http://schemas.openxmlformats.org/officeDocument/2006/relationships/image" Target="../media/image11.png"/><Relationship Id="rId10" Type="http://schemas.openxmlformats.org/officeDocument/2006/relationships/image" Target="../media/image15.png"/><Relationship Id="rId4" Type="http://schemas.openxmlformats.org/officeDocument/2006/relationships/image" Target="../media/image6.png"/><Relationship Id="rId9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jp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32.png"/><Relationship Id="rId3" Type="http://schemas.openxmlformats.org/officeDocument/2006/relationships/image" Target="../media/image3.jpg"/><Relationship Id="rId7" Type="http://schemas.openxmlformats.org/officeDocument/2006/relationships/image" Target="../media/image27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11" Type="http://schemas.openxmlformats.org/officeDocument/2006/relationships/image" Target="../media/image30.png"/><Relationship Id="rId5" Type="http://schemas.openxmlformats.org/officeDocument/2006/relationships/image" Target="../media/image12.png"/><Relationship Id="rId10" Type="http://schemas.openxmlformats.org/officeDocument/2006/relationships/image" Target="../media/image29.png"/><Relationship Id="rId4" Type="http://schemas.openxmlformats.org/officeDocument/2006/relationships/image" Target="../media/image7.png"/><Relationship Id="rId9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3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11" Type="http://schemas.openxmlformats.org/officeDocument/2006/relationships/image" Target="../media/image33.png"/><Relationship Id="rId5" Type="http://schemas.openxmlformats.org/officeDocument/2006/relationships/image" Target="../media/image12.png"/><Relationship Id="rId10" Type="http://schemas.openxmlformats.org/officeDocument/2006/relationships/image" Target="../media/image32.png"/><Relationship Id="rId4" Type="http://schemas.openxmlformats.org/officeDocument/2006/relationships/image" Target="../media/image7.png"/><Relationship Id="rId9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3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11" Type="http://schemas.openxmlformats.org/officeDocument/2006/relationships/image" Target="../media/image34.png"/><Relationship Id="rId5" Type="http://schemas.openxmlformats.org/officeDocument/2006/relationships/image" Target="../media/image12.png"/><Relationship Id="rId10" Type="http://schemas.openxmlformats.org/officeDocument/2006/relationships/image" Target="../media/image32.png"/><Relationship Id="rId4" Type="http://schemas.openxmlformats.org/officeDocument/2006/relationships/image" Target="../media/image7.png"/><Relationship Id="rId9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3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11" Type="http://schemas.openxmlformats.org/officeDocument/2006/relationships/image" Target="../media/image35.png"/><Relationship Id="rId5" Type="http://schemas.openxmlformats.org/officeDocument/2006/relationships/image" Target="../media/image12.png"/><Relationship Id="rId10" Type="http://schemas.openxmlformats.org/officeDocument/2006/relationships/image" Target="../media/image32.png"/><Relationship Id="rId4" Type="http://schemas.openxmlformats.org/officeDocument/2006/relationships/image" Target="../media/image7.png"/><Relationship Id="rId9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219A213D-3E11-B70F-2512-CF02A38675A6}"/>
              </a:ext>
            </a:extLst>
          </p:cNvPr>
          <p:cNvSpPr/>
          <p:nvPr/>
        </p:nvSpPr>
        <p:spPr bwMode="auto">
          <a:xfrm>
            <a:off x="263352" y="133980"/>
            <a:ext cx="4464496" cy="135080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="" xmlns:a16="http://schemas.microsoft.com/office/drawing/2014/main" id="{A8A91F98-9CFB-01D0-47CF-038897323F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130441"/>
            <a:ext cx="6621760" cy="1470025"/>
          </a:xfrm>
        </p:spPr>
        <p:txBody>
          <a:bodyPr/>
          <a:lstStyle/>
          <a:p>
            <a:r>
              <a:rPr lang="fr-FR" dirty="0" smtClean="0"/>
              <a:t>Automatique</a:t>
            </a:r>
            <a:br>
              <a:rPr lang="fr-FR" dirty="0" smtClean="0"/>
            </a:br>
            <a:r>
              <a:rPr lang="fr-FR" dirty="0" smtClean="0"/>
              <a:t>Systèmes asservis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="" xmlns:a16="http://schemas.microsoft.com/office/drawing/2014/main" id="{88AC7ED9-A8F9-715C-56C9-BBDBF31023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86200"/>
            <a:ext cx="6621760" cy="1752600"/>
          </a:xfrm>
        </p:spPr>
        <p:txBody>
          <a:bodyPr/>
          <a:lstStyle/>
          <a:p>
            <a:r>
              <a:rPr lang="fr-FR" dirty="0">
                <a:latin typeface="Bahnschrift SemiBold" panose="020B0502040204020203" pitchFamily="34" charset="0"/>
              </a:rPr>
              <a:t>TD Opto-Electronique</a:t>
            </a:r>
            <a:endParaRPr lang="fr-FR" dirty="0"/>
          </a:p>
          <a:p>
            <a:endParaRPr lang="fr-FR" sz="2000" dirty="0"/>
          </a:p>
          <a:p>
            <a:r>
              <a:rPr lang="fr-FR" sz="1600" dirty="0"/>
              <a:t>Julien VILLEMEJANE</a:t>
            </a:r>
          </a:p>
        </p:txBody>
      </p:sp>
      <p:pic>
        <p:nvPicPr>
          <p:cNvPr id="10" name="Image 9" descr="Une image contenant texte, Police, capture d’écran, logo&#10;&#10;Le contenu généré par l’IA peut être incorrect.">
            <a:extLst>
              <a:ext uri="{FF2B5EF4-FFF2-40B4-BE49-F238E27FC236}">
                <a16:creationId xmlns="" xmlns:a16="http://schemas.microsoft.com/office/drawing/2014/main" id="{FAA9BAFF-BB9E-9D2A-C1AD-5D996C495C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3060700" cy="1257300"/>
          </a:xfrm>
          <a:prstGeom prst="rect">
            <a:avLst/>
          </a:prstGeom>
        </p:spPr>
      </p:pic>
      <p:pic>
        <p:nvPicPr>
          <p:cNvPr id="12" name="Picture 2">
            <a:extLst>
              <a:ext uri="{FF2B5EF4-FFF2-40B4-BE49-F238E27FC236}">
                <a16:creationId xmlns="" xmlns:a16="http://schemas.microsoft.com/office/drawing/2014/main" id="{0134CA7E-E2EE-FBBF-0830-17297AC7D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2223" y="4005064"/>
            <a:ext cx="2375707" cy="1952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9491" y="2042210"/>
            <a:ext cx="3861169" cy="1646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2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CD8947E-CF0B-BAFC-441D-E166FAEFA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84D982B5-588A-ACD1-90DD-5DA68547A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 smtClean="0"/>
              <a:t>Boucle ouverte / Boucle fermée</a:t>
            </a:r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E51B0318-645A-4346-80D5-23643D4D7FE1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C31C1B3B-7559-5351-5998-3E5C33CD98BE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18" name="Image 17" descr="Une image contenant texte, Police, capture d’écran, logo&#10;&#10;Le contenu généré par l’IA peut être incorrect.">
            <a:extLst>
              <a:ext uri="{FF2B5EF4-FFF2-40B4-BE49-F238E27FC236}">
                <a16:creationId xmlns="" xmlns:a16="http://schemas.microsoft.com/office/drawing/2014/main" id="{B2E34F05-74A9-4027-8664-BD2D3EA4FD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="" xmlns:a16="http://schemas.microsoft.com/office/drawing/2014/main" id="{EB03C951-EDC0-55B5-779A-5AF15750DCCB}"/>
              </a:ext>
            </a:extLst>
          </p:cNvPr>
          <p:cNvSpPr txBox="1"/>
          <p:nvPr/>
        </p:nvSpPr>
        <p:spPr>
          <a:xfrm>
            <a:off x="8832304" y="1166533"/>
            <a:ext cx="31476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i="1" dirty="0" smtClean="0">
                <a:latin typeface="+mj-lt"/>
              </a:rPr>
              <a:t>Systèmes asservis</a:t>
            </a:r>
            <a:endParaRPr lang="fr-FR" dirty="0">
              <a:latin typeface="+mj-lt"/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775" y="2492896"/>
            <a:ext cx="4695825" cy="2857500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4391" y="2492896"/>
            <a:ext cx="4695825" cy="28575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auto">
          <a:xfrm>
            <a:off x="2135560" y="3645024"/>
            <a:ext cx="288032" cy="108012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2287960" y="4581128"/>
            <a:ext cx="495672" cy="21602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cxnSp>
        <p:nvCxnSpPr>
          <p:cNvPr id="13" name="Connecteur droit avec flèche 12"/>
          <p:cNvCxnSpPr/>
          <p:nvPr/>
        </p:nvCxnSpPr>
        <p:spPr bwMode="auto">
          <a:xfrm flipH="1">
            <a:off x="2711624" y="4653136"/>
            <a:ext cx="14401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26" name="Picture 2">
            <a:extLst>
              <a:ext uri="{FF2B5EF4-FFF2-40B4-BE49-F238E27FC236}">
                <a16:creationId xmlns="" xmlns:a16="http://schemas.microsoft.com/office/drawing/2014/main" id="{0134CA7E-E2EE-FBBF-0830-17297AC7D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0127" y="37347"/>
            <a:ext cx="1411817" cy="1160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0264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CD8947E-CF0B-BAFC-441D-E166FAEFA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84D982B5-588A-ACD1-90DD-5DA68547A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 smtClean="0"/>
              <a:t>Boucle ouverte / Boucle fermée</a:t>
            </a:r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E51B0318-645A-4346-80D5-23643D4D7FE1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C31C1B3B-7559-5351-5998-3E5C33CD98BE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18" name="Image 17" descr="Une image contenant texte, Police, capture d’écran, logo&#10;&#10;Le contenu généré par l’IA peut être incorrect.">
            <a:extLst>
              <a:ext uri="{FF2B5EF4-FFF2-40B4-BE49-F238E27FC236}">
                <a16:creationId xmlns="" xmlns:a16="http://schemas.microsoft.com/office/drawing/2014/main" id="{B2E34F05-74A9-4027-8664-BD2D3EA4FD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="" xmlns:a16="http://schemas.microsoft.com/office/drawing/2014/main" id="{EB03C951-EDC0-55B5-779A-5AF15750DCCB}"/>
              </a:ext>
            </a:extLst>
          </p:cNvPr>
          <p:cNvSpPr txBox="1"/>
          <p:nvPr/>
        </p:nvSpPr>
        <p:spPr>
          <a:xfrm>
            <a:off x="8832304" y="1166533"/>
            <a:ext cx="31476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i="1" dirty="0" smtClean="0">
                <a:latin typeface="+mj-lt"/>
              </a:rPr>
              <a:t>Systèmes asservis</a:t>
            </a:r>
            <a:endParaRPr lang="fr-FR" dirty="0">
              <a:latin typeface="+mj-lt"/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775" y="2492896"/>
            <a:ext cx="4695825" cy="28575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auto">
          <a:xfrm>
            <a:off x="2135560" y="3645024"/>
            <a:ext cx="288032" cy="108012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2287960" y="4581128"/>
            <a:ext cx="495672" cy="21602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cxnSp>
        <p:nvCxnSpPr>
          <p:cNvPr id="13" name="Connecteur droit avec flèche 12"/>
          <p:cNvCxnSpPr/>
          <p:nvPr/>
        </p:nvCxnSpPr>
        <p:spPr bwMode="auto">
          <a:xfrm flipH="1">
            <a:off x="2711624" y="4653136"/>
            <a:ext cx="14401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21" name="Imag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485" y="5365650"/>
            <a:ext cx="2724150" cy="666750"/>
          </a:xfrm>
          <a:prstGeom prst="rect">
            <a:avLst/>
          </a:prstGeom>
        </p:spPr>
      </p:pic>
      <p:pic>
        <p:nvPicPr>
          <p:cNvPr id="22" name="Imag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682" y="6047654"/>
            <a:ext cx="3867150" cy="685800"/>
          </a:xfrm>
          <a:prstGeom prst="rect">
            <a:avLst/>
          </a:prstGeom>
        </p:spPr>
      </p:pic>
      <p:pic>
        <p:nvPicPr>
          <p:cNvPr id="17" name="Picture 2">
            <a:extLst>
              <a:ext uri="{FF2B5EF4-FFF2-40B4-BE49-F238E27FC236}">
                <a16:creationId xmlns="" xmlns:a16="http://schemas.microsoft.com/office/drawing/2014/main" id="{0134CA7E-E2EE-FBBF-0830-17297AC7D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0127" y="37347"/>
            <a:ext cx="1411817" cy="1160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4845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CD8947E-CF0B-BAFC-441D-E166FAEFA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84D982B5-588A-ACD1-90DD-5DA68547A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 smtClean="0"/>
              <a:t>Boucle ouverte / Boucle fermée</a:t>
            </a:r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E51B0318-645A-4346-80D5-23643D4D7FE1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C31C1B3B-7559-5351-5998-3E5C33CD98BE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18" name="Image 17" descr="Une image contenant texte, Police, capture d’écran, logo&#10;&#10;Le contenu généré par l’IA peut être incorrect.">
            <a:extLst>
              <a:ext uri="{FF2B5EF4-FFF2-40B4-BE49-F238E27FC236}">
                <a16:creationId xmlns="" xmlns:a16="http://schemas.microsoft.com/office/drawing/2014/main" id="{B2E34F05-74A9-4027-8664-BD2D3EA4FD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="" xmlns:a16="http://schemas.microsoft.com/office/drawing/2014/main" id="{EB03C951-EDC0-55B5-779A-5AF15750DCCB}"/>
              </a:ext>
            </a:extLst>
          </p:cNvPr>
          <p:cNvSpPr txBox="1"/>
          <p:nvPr/>
        </p:nvSpPr>
        <p:spPr>
          <a:xfrm>
            <a:off x="8832304" y="1166533"/>
            <a:ext cx="31476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i="1" dirty="0" smtClean="0">
                <a:latin typeface="+mj-lt"/>
              </a:rPr>
              <a:t>Systèmes asservis</a:t>
            </a:r>
            <a:endParaRPr lang="fr-FR" dirty="0">
              <a:latin typeface="+mj-lt"/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688" y="1674397"/>
            <a:ext cx="3500041" cy="2129842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4391" y="2492896"/>
            <a:ext cx="4695825" cy="28575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auto">
          <a:xfrm>
            <a:off x="1498010" y="2504063"/>
            <a:ext cx="349518" cy="108012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2287960" y="4581128"/>
            <a:ext cx="495672" cy="21602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cxnSp>
        <p:nvCxnSpPr>
          <p:cNvPr id="13" name="Connecteur droit avec flèche 12"/>
          <p:cNvCxnSpPr/>
          <p:nvPr/>
        </p:nvCxnSpPr>
        <p:spPr bwMode="auto">
          <a:xfrm flipH="1">
            <a:off x="1847528" y="3284984"/>
            <a:ext cx="14401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21" name="Imag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856" y="4106263"/>
            <a:ext cx="2082155" cy="509618"/>
          </a:xfrm>
          <a:prstGeom prst="rect">
            <a:avLst/>
          </a:prstGeom>
        </p:spPr>
      </p:pic>
      <p:pic>
        <p:nvPicPr>
          <p:cNvPr id="22" name="Imag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096" y="4702083"/>
            <a:ext cx="2948695" cy="522921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3869" y="4797152"/>
            <a:ext cx="2752725" cy="1714500"/>
          </a:xfrm>
          <a:prstGeom prst="rect">
            <a:avLst/>
          </a:prstGeom>
        </p:spPr>
      </p:pic>
      <p:cxnSp>
        <p:nvCxnSpPr>
          <p:cNvPr id="8" name="Connecteur droit 7"/>
          <p:cNvCxnSpPr/>
          <p:nvPr/>
        </p:nvCxnSpPr>
        <p:spPr bwMode="auto">
          <a:xfrm>
            <a:off x="4119825" y="1505087"/>
            <a:ext cx="0" cy="5164273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A960A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23" name="Picture 2">
            <a:extLst>
              <a:ext uri="{FF2B5EF4-FFF2-40B4-BE49-F238E27FC236}">
                <a16:creationId xmlns="" xmlns:a16="http://schemas.microsoft.com/office/drawing/2014/main" id="{0134CA7E-E2EE-FBBF-0830-17297AC7D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0127" y="37347"/>
            <a:ext cx="1411817" cy="1160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3941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CD8947E-CF0B-BAFC-441D-E166FAEFA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84D982B5-588A-ACD1-90DD-5DA68547A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 smtClean="0"/>
              <a:t>Boucle ouverte / Boucle fermée</a:t>
            </a:r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E51B0318-645A-4346-80D5-23643D4D7FE1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C31C1B3B-7559-5351-5998-3E5C33CD98BE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18" name="Image 17" descr="Une image contenant texte, Police, capture d’écran, logo&#10;&#10;Le contenu généré par l’IA peut être incorrect.">
            <a:extLst>
              <a:ext uri="{FF2B5EF4-FFF2-40B4-BE49-F238E27FC236}">
                <a16:creationId xmlns="" xmlns:a16="http://schemas.microsoft.com/office/drawing/2014/main" id="{B2E34F05-74A9-4027-8664-BD2D3EA4FD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="" xmlns:a16="http://schemas.microsoft.com/office/drawing/2014/main" id="{EB03C951-EDC0-55B5-779A-5AF15750DCCB}"/>
              </a:ext>
            </a:extLst>
          </p:cNvPr>
          <p:cNvSpPr txBox="1"/>
          <p:nvPr/>
        </p:nvSpPr>
        <p:spPr>
          <a:xfrm>
            <a:off x="8832304" y="1166533"/>
            <a:ext cx="31476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i="1" dirty="0" smtClean="0">
                <a:latin typeface="+mj-lt"/>
              </a:rPr>
              <a:t>Systèmes asservis</a:t>
            </a:r>
            <a:endParaRPr lang="fr-FR" dirty="0">
              <a:latin typeface="+mj-lt"/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688" y="1674397"/>
            <a:ext cx="3500041" cy="2129842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4391" y="2492896"/>
            <a:ext cx="4695825" cy="28575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auto">
          <a:xfrm>
            <a:off x="1498010" y="2504063"/>
            <a:ext cx="349518" cy="108012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2287960" y="4581128"/>
            <a:ext cx="495672" cy="21602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cxnSp>
        <p:nvCxnSpPr>
          <p:cNvPr id="13" name="Connecteur droit avec flèche 12"/>
          <p:cNvCxnSpPr/>
          <p:nvPr/>
        </p:nvCxnSpPr>
        <p:spPr bwMode="auto">
          <a:xfrm flipH="1">
            <a:off x="1847528" y="3284984"/>
            <a:ext cx="14401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21" name="Imag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856" y="4106263"/>
            <a:ext cx="2082155" cy="509618"/>
          </a:xfrm>
          <a:prstGeom prst="rect">
            <a:avLst/>
          </a:prstGeom>
        </p:spPr>
      </p:pic>
      <p:pic>
        <p:nvPicPr>
          <p:cNvPr id="22" name="Imag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096" y="4702083"/>
            <a:ext cx="2948695" cy="522921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3869" y="4797152"/>
            <a:ext cx="2752725" cy="1714500"/>
          </a:xfrm>
          <a:prstGeom prst="rect">
            <a:avLst/>
          </a:prstGeom>
        </p:spPr>
      </p:pic>
      <p:cxnSp>
        <p:nvCxnSpPr>
          <p:cNvPr id="8" name="Connecteur droit 7"/>
          <p:cNvCxnSpPr/>
          <p:nvPr/>
        </p:nvCxnSpPr>
        <p:spPr bwMode="auto">
          <a:xfrm>
            <a:off x="4119825" y="1505087"/>
            <a:ext cx="0" cy="5164273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A960A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0" name="Imag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56054" y="5475049"/>
            <a:ext cx="4371975" cy="1171575"/>
          </a:xfrm>
          <a:prstGeom prst="rect">
            <a:avLst/>
          </a:prstGeom>
        </p:spPr>
      </p:pic>
      <p:pic>
        <p:nvPicPr>
          <p:cNvPr id="20" name="Picture 2">
            <a:extLst>
              <a:ext uri="{FF2B5EF4-FFF2-40B4-BE49-F238E27FC236}">
                <a16:creationId xmlns="" xmlns:a16="http://schemas.microsoft.com/office/drawing/2014/main" id="{0134CA7E-E2EE-FBBF-0830-17297AC7D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0127" y="37347"/>
            <a:ext cx="1411817" cy="1160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2253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1920718-9EF5-C5F7-274F-BFABE7E11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EE1E0D36-026A-009C-3E6A-206A0477DB7F}"/>
              </a:ext>
            </a:extLst>
          </p:cNvPr>
          <p:cNvSpPr/>
          <p:nvPr/>
        </p:nvSpPr>
        <p:spPr bwMode="auto">
          <a:xfrm>
            <a:off x="263352" y="133980"/>
            <a:ext cx="4464496" cy="135080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="" xmlns:a16="http://schemas.microsoft.com/office/drawing/2014/main" id="{034193B3-C2C4-DC9E-15A8-244D3DB201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130441"/>
            <a:ext cx="6621760" cy="1470025"/>
          </a:xfrm>
        </p:spPr>
        <p:txBody>
          <a:bodyPr/>
          <a:lstStyle/>
          <a:p>
            <a:r>
              <a:rPr lang="fr-FR" dirty="0" smtClean="0"/>
              <a:t>Système A d’Ordre 1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="" xmlns:a16="http://schemas.microsoft.com/office/drawing/2014/main" id="{E6BC6190-293A-41CD-A687-8578DEB0B4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86200"/>
            <a:ext cx="6621760" cy="1752600"/>
          </a:xfrm>
        </p:spPr>
        <p:txBody>
          <a:bodyPr/>
          <a:lstStyle/>
          <a:p>
            <a:r>
              <a:rPr lang="fr-FR" sz="2000" dirty="0" smtClean="0"/>
              <a:t>Exercice 2</a:t>
            </a:r>
            <a:endParaRPr lang="fr-FR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318D5760-1554-B6C3-7490-60F978FEDF8D}"/>
              </a:ext>
            </a:extLst>
          </p:cNvPr>
          <p:cNvSpPr/>
          <p:nvPr/>
        </p:nvSpPr>
        <p:spPr bwMode="auto">
          <a:xfrm>
            <a:off x="7873322" y="369121"/>
            <a:ext cx="4011764" cy="204328"/>
          </a:xfrm>
          <a:prstGeom prst="rect">
            <a:avLst/>
          </a:prstGeom>
          <a:solidFill>
            <a:srgbClr val="FF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68528827-0514-DCE3-871E-BD7314C85DF0}"/>
              </a:ext>
            </a:extLst>
          </p:cNvPr>
          <p:cNvSpPr/>
          <p:nvPr/>
        </p:nvSpPr>
        <p:spPr bwMode="auto">
          <a:xfrm>
            <a:off x="6960096" y="641136"/>
            <a:ext cx="5163892" cy="91128"/>
          </a:xfrm>
          <a:prstGeom prst="rect">
            <a:avLst/>
          </a:prstGeom>
          <a:solidFill>
            <a:srgbClr val="22226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6DE22D50-E896-722A-E12B-F88E0016B79C}"/>
              </a:ext>
            </a:extLst>
          </p:cNvPr>
          <p:cNvSpPr/>
          <p:nvPr/>
        </p:nvSpPr>
        <p:spPr bwMode="auto">
          <a:xfrm>
            <a:off x="1487488" y="5434472"/>
            <a:ext cx="3744416" cy="204328"/>
          </a:xfrm>
          <a:prstGeom prst="rect">
            <a:avLst/>
          </a:prstGeom>
          <a:solidFill>
            <a:srgbClr val="FF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7936920F-CB73-1592-7533-A1211D387C75}"/>
              </a:ext>
            </a:extLst>
          </p:cNvPr>
          <p:cNvSpPr/>
          <p:nvPr/>
        </p:nvSpPr>
        <p:spPr bwMode="auto">
          <a:xfrm>
            <a:off x="1267286" y="5301208"/>
            <a:ext cx="6124857" cy="66688"/>
          </a:xfrm>
          <a:prstGeom prst="rect">
            <a:avLst/>
          </a:prstGeom>
          <a:solidFill>
            <a:srgbClr val="22226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15" name="Image 14" descr="Une image contenant texte, Police, capture d’écran, logo&#10;&#10;Le contenu généré par l’IA peut être incorrect.">
            <a:extLst>
              <a:ext uri="{FF2B5EF4-FFF2-40B4-BE49-F238E27FC236}">
                <a16:creationId xmlns="" xmlns:a16="http://schemas.microsoft.com/office/drawing/2014/main" id="{4BE0D933-BF5E-40DD-82BB-986E45C83B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9491" y="2042210"/>
            <a:ext cx="3861169" cy="1646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268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CD8947E-CF0B-BAFC-441D-E166FAEFA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84D982B5-588A-ACD1-90DD-5DA68547A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Système A </a:t>
            </a:r>
            <a:r>
              <a:rPr lang="fr-FR" dirty="0" smtClean="0"/>
              <a:t>d’ordre 1</a:t>
            </a:r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E51B0318-645A-4346-80D5-23643D4D7FE1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C31C1B3B-7559-5351-5998-3E5C33CD98BE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18" name="Image 17" descr="Une image contenant texte, Police, capture d’écran, logo&#10;&#10;Le contenu généré par l’IA peut être incorrect.">
            <a:extLst>
              <a:ext uri="{FF2B5EF4-FFF2-40B4-BE49-F238E27FC236}">
                <a16:creationId xmlns="" xmlns:a16="http://schemas.microsoft.com/office/drawing/2014/main" id="{B2E34F05-74A9-4027-8664-BD2D3EA4FD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="" xmlns:a16="http://schemas.microsoft.com/office/drawing/2014/main" id="{EB03C951-EDC0-55B5-779A-5AF15750DCCB}"/>
              </a:ext>
            </a:extLst>
          </p:cNvPr>
          <p:cNvSpPr txBox="1"/>
          <p:nvPr/>
        </p:nvSpPr>
        <p:spPr>
          <a:xfrm>
            <a:off x="8832304" y="1166533"/>
            <a:ext cx="31476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i="1" dirty="0" smtClean="0">
                <a:latin typeface="+mj-lt"/>
              </a:rPr>
              <a:t>Systèmes asservis</a:t>
            </a:r>
            <a:endParaRPr lang="fr-FR" dirty="0">
              <a:latin typeface="+mj-lt"/>
            </a:endParaRPr>
          </a:p>
        </p:txBody>
      </p:sp>
      <p:pic>
        <p:nvPicPr>
          <p:cNvPr id="14" name="Imag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851" y="1522887"/>
            <a:ext cx="3496433" cy="2127647"/>
          </a:xfrm>
          <a:prstGeom prst="rect">
            <a:avLst/>
          </a:prstGeom>
        </p:spPr>
      </p:pic>
      <p:cxnSp>
        <p:nvCxnSpPr>
          <p:cNvPr id="8" name="Connecteur droit 7"/>
          <p:cNvCxnSpPr/>
          <p:nvPr/>
        </p:nvCxnSpPr>
        <p:spPr bwMode="auto">
          <a:xfrm>
            <a:off x="4119825" y="1505087"/>
            <a:ext cx="0" cy="5164273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A960A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0" name="Imag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408" y="4725144"/>
            <a:ext cx="3124448" cy="837270"/>
          </a:xfrm>
          <a:prstGeom prst="rect">
            <a:avLst/>
          </a:prstGeom>
        </p:spPr>
      </p:pic>
      <p:pic>
        <p:nvPicPr>
          <p:cNvPr id="20" name="Picture 2">
            <a:extLst>
              <a:ext uri="{FF2B5EF4-FFF2-40B4-BE49-F238E27FC236}">
                <a16:creationId xmlns="" xmlns:a16="http://schemas.microsoft.com/office/drawing/2014/main" id="{0134CA7E-E2EE-FBBF-0830-17297AC7D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0127" y="37347"/>
            <a:ext cx="1411817" cy="1160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4151" y="1528855"/>
            <a:ext cx="2581929" cy="683191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03999" y="2246152"/>
            <a:ext cx="1819993" cy="439309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2722" y="1693702"/>
            <a:ext cx="4667250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801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CD8947E-CF0B-BAFC-441D-E166FAEFA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84D982B5-588A-ACD1-90DD-5DA68547A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Système A </a:t>
            </a:r>
            <a:r>
              <a:rPr lang="fr-FR" dirty="0" smtClean="0"/>
              <a:t>d’ordre 1</a:t>
            </a:r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E51B0318-645A-4346-80D5-23643D4D7FE1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C31C1B3B-7559-5351-5998-3E5C33CD98BE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18" name="Image 17" descr="Une image contenant texte, Police, capture d’écran, logo&#10;&#10;Le contenu généré par l’IA peut être incorrect.">
            <a:extLst>
              <a:ext uri="{FF2B5EF4-FFF2-40B4-BE49-F238E27FC236}">
                <a16:creationId xmlns="" xmlns:a16="http://schemas.microsoft.com/office/drawing/2014/main" id="{B2E34F05-74A9-4027-8664-BD2D3EA4FD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="" xmlns:a16="http://schemas.microsoft.com/office/drawing/2014/main" id="{EB03C951-EDC0-55B5-779A-5AF15750DCCB}"/>
              </a:ext>
            </a:extLst>
          </p:cNvPr>
          <p:cNvSpPr txBox="1"/>
          <p:nvPr/>
        </p:nvSpPr>
        <p:spPr>
          <a:xfrm>
            <a:off x="8832304" y="1166533"/>
            <a:ext cx="31476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i="1" dirty="0" smtClean="0">
                <a:latin typeface="+mj-lt"/>
              </a:rPr>
              <a:t>Systèmes asservis</a:t>
            </a:r>
            <a:endParaRPr lang="fr-FR" dirty="0">
              <a:latin typeface="+mj-lt"/>
            </a:endParaRPr>
          </a:p>
        </p:txBody>
      </p:sp>
      <p:pic>
        <p:nvPicPr>
          <p:cNvPr id="14" name="Imag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851" y="1522887"/>
            <a:ext cx="3496433" cy="2127647"/>
          </a:xfrm>
          <a:prstGeom prst="rect">
            <a:avLst/>
          </a:prstGeom>
        </p:spPr>
      </p:pic>
      <p:cxnSp>
        <p:nvCxnSpPr>
          <p:cNvPr id="8" name="Connecteur droit 7"/>
          <p:cNvCxnSpPr/>
          <p:nvPr/>
        </p:nvCxnSpPr>
        <p:spPr bwMode="auto">
          <a:xfrm>
            <a:off x="4119825" y="1505087"/>
            <a:ext cx="0" cy="5164273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A960A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0" name="Imag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408" y="4725144"/>
            <a:ext cx="3124448" cy="837270"/>
          </a:xfrm>
          <a:prstGeom prst="rect">
            <a:avLst/>
          </a:prstGeom>
        </p:spPr>
      </p:pic>
      <p:pic>
        <p:nvPicPr>
          <p:cNvPr id="20" name="Picture 2">
            <a:extLst>
              <a:ext uri="{FF2B5EF4-FFF2-40B4-BE49-F238E27FC236}">
                <a16:creationId xmlns="" xmlns:a16="http://schemas.microsoft.com/office/drawing/2014/main" id="{0134CA7E-E2EE-FBBF-0830-17297AC7D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0127" y="37347"/>
            <a:ext cx="1411817" cy="1160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4151" y="1528855"/>
            <a:ext cx="2581929" cy="683191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03999" y="2246152"/>
            <a:ext cx="1819993" cy="439309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2722" y="1693702"/>
            <a:ext cx="4667250" cy="1104900"/>
          </a:xfrm>
          <a:prstGeom prst="rect">
            <a:avLst/>
          </a:prstGeom>
        </p:spPr>
      </p:pic>
      <p:pic>
        <p:nvPicPr>
          <p:cNvPr id="17" name="Imag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9896" y="3590845"/>
            <a:ext cx="5819775" cy="1247775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347795" y="3217451"/>
            <a:ext cx="486062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FA960A"/>
                </a:solidFill>
                <a:latin typeface="+mj-lt"/>
              </a:rPr>
              <a:t>Forme Canonique </a:t>
            </a:r>
            <a:r>
              <a:rPr lang="fr-FR" b="1" dirty="0" smtClean="0">
                <a:solidFill>
                  <a:srgbClr val="FA960A"/>
                </a:solidFill>
                <a:latin typeface="+mj-lt"/>
                <a:sym typeface="Wingdings" panose="05000000000000000000" pitchFamily="2" charset="2"/>
              </a:rPr>
              <a:t> Système du premier ordre</a:t>
            </a:r>
            <a:endParaRPr lang="fr-FR" b="1" dirty="0">
              <a:solidFill>
                <a:srgbClr val="FA960A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68073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CD8947E-CF0B-BAFC-441D-E166FAEFA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84D982B5-588A-ACD1-90DD-5DA68547A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Système A </a:t>
            </a:r>
            <a:r>
              <a:rPr lang="fr-FR" dirty="0" smtClean="0"/>
              <a:t>d’ordre 1</a:t>
            </a:r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E51B0318-645A-4346-80D5-23643D4D7FE1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C31C1B3B-7559-5351-5998-3E5C33CD98BE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18" name="Image 17" descr="Une image contenant texte, Police, capture d’écran, logo&#10;&#10;Le contenu généré par l’IA peut être incorrect.">
            <a:extLst>
              <a:ext uri="{FF2B5EF4-FFF2-40B4-BE49-F238E27FC236}">
                <a16:creationId xmlns="" xmlns:a16="http://schemas.microsoft.com/office/drawing/2014/main" id="{B2E34F05-74A9-4027-8664-BD2D3EA4FD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="" xmlns:a16="http://schemas.microsoft.com/office/drawing/2014/main" id="{EB03C951-EDC0-55B5-779A-5AF15750DCCB}"/>
              </a:ext>
            </a:extLst>
          </p:cNvPr>
          <p:cNvSpPr txBox="1"/>
          <p:nvPr/>
        </p:nvSpPr>
        <p:spPr>
          <a:xfrm>
            <a:off x="8832304" y="1166533"/>
            <a:ext cx="31476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i="1" dirty="0" smtClean="0">
                <a:latin typeface="+mj-lt"/>
              </a:rPr>
              <a:t>Systèmes asservis</a:t>
            </a:r>
            <a:endParaRPr lang="fr-FR" dirty="0">
              <a:latin typeface="+mj-lt"/>
            </a:endParaRPr>
          </a:p>
        </p:txBody>
      </p:sp>
      <p:pic>
        <p:nvPicPr>
          <p:cNvPr id="14" name="Imag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851" y="1522887"/>
            <a:ext cx="3496433" cy="2127647"/>
          </a:xfrm>
          <a:prstGeom prst="rect">
            <a:avLst/>
          </a:prstGeom>
        </p:spPr>
      </p:pic>
      <p:cxnSp>
        <p:nvCxnSpPr>
          <p:cNvPr id="8" name="Connecteur droit 7"/>
          <p:cNvCxnSpPr/>
          <p:nvPr/>
        </p:nvCxnSpPr>
        <p:spPr bwMode="auto">
          <a:xfrm>
            <a:off x="4119825" y="1505087"/>
            <a:ext cx="0" cy="5164273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A960A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0" name="Imag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408" y="4725144"/>
            <a:ext cx="3124448" cy="837270"/>
          </a:xfrm>
          <a:prstGeom prst="rect">
            <a:avLst/>
          </a:prstGeom>
        </p:spPr>
      </p:pic>
      <p:pic>
        <p:nvPicPr>
          <p:cNvPr id="20" name="Picture 2">
            <a:extLst>
              <a:ext uri="{FF2B5EF4-FFF2-40B4-BE49-F238E27FC236}">
                <a16:creationId xmlns="" xmlns:a16="http://schemas.microsoft.com/office/drawing/2014/main" id="{0134CA7E-E2EE-FBBF-0830-17297AC7D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0127" y="37347"/>
            <a:ext cx="1411817" cy="1160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4151" y="1528855"/>
            <a:ext cx="2581929" cy="683191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03999" y="2246152"/>
            <a:ext cx="1819993" cy="439309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2722" y="1693702"/>
            <a:ext cx="4667250" cy="1104900"/>
          </a:xfrm>
          <a:prstGeom prst="rect">
            <a:avLst/>
          </a:prstGeom>
        </p:spPr>
      </p:pic>
      <p:pic>
        <p:nvPicPr>
          <p:cNvPr id="17" name="Imag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9896" y="3590845"/>
            <a:ext cx="5819775" cy="1247775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347795" y="3217451"/>
            <a:ext cx="486062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FA960A"/>
                </a:solidFill>
                <a:latin typeface="+mj-lt"/>
              </a:rPr>
              <a:t>Forme Canonique </a:t>
            </a:r>
            <a:r>
              <a:rPr lang="fr-FR" b="1" dirty="0" smtClean="0">
                <a:solidFill>
                  <a:srgbClr val="FA960A"/>
                </a:solidFill>
                <a:latin typeface="+mj-lt"/>
                <a:sym typeface="Wingdings" panose="05000000000000000000" pitchFamily="2" charset="2"/>
              </a:rPr>
              <a:t> Système du premier ordre</a:t>
            </a:r>
            <a:endParaRPr lang="fr-FR" b="1" dirty="0">
              <a:solidFill>
                <a:srgbClr val="FA960A"/>
              </a:solidFill>
              <a:latin typeface="+mj-lt"/>
            </a:endParaRPr>
          </a:p>
        </p:txBody>
      </p:sp>
      <p:pic>
        <p:nvPicPr>
          <p:cNvPr id="25" name="Image 2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32304" y="5562414"/>
            <a:ext cx="2971800" cy="1085850"/>
          </a:xfrm>
          <a:prstGeom prst="rect">
            <a:avLst/>
          </a:prstGeom>
        </p:spPr>
      </p:pic>
      <p:pic>
        <p:nvPicPr>
          <p:cNvPr id="26" name="Image 2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13995" y="5562414"/>
            <a:ext cx="2924175" cy="1076325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5819304" y="5223860"/>
            <a:ext cx="151355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222268"/>
                </a:solidFill>
                <a:latin typeface="+mj-lt"/>
              </a:rPr>
              <a:t>Gain statique</a:t>
            </a:r>
            <a:endParaRPr lang="fr-FR" b="1" dirty="0">
              <a:solidFill>
                <a:srgbClr val="222268"/>
              </a:solidFill>
              <a:latin typeface="+mj-lt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9219986" y="5221548"/>
            <a:ext cx="21964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222268"/>
                </a:solidFill>
                <a:latin typeface="+mj-lt"/>
              </a:rPr>
              <a:t>Constante de temps</a:t>
            </a:r>
            <a:endParaRPr lang="fr-FR" b="1" dirty="0">
              <a:solidFill>
                <a:srgbClr val="222268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80783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CD8947E-CF0B-BAFC-441D-E166FAEFA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84D982B5-588A-ACD1-90DD-5DA68547A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Système A </a:t>
            </a:r>
            <a:r>
              <a:rPr lang="fr-FR" dirty="0" smtClean="0"/>
              <a:t>d’ordre 1</a:t>
            </a:r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E51B0318-645A-4346-80D5-23643D4D7FE1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C31C1B3B-7559-5351-5998-3E5C33CD98BE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18" name="Image 17" descr="Une image contenant texte, Police, capture d’écran, logo&#10;&#10;Le contenu généré par l’IA peut être incorrect.">
            <a:extLst>
              <a:ext uri="{FF2B5EF4-FFF2-40B4-BE49-F238E27FC236}">
                <a16:creationId xmlns="" xmlns:a16="http://schemas.microsoft.com/office/drawing/2014/main" id="{B2E34F05-74A9-4027-8664-BD2D3EA4FD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="" xmlns:a16="http://schemas.microsoft.com/office/drawing/2014/main" id="{EB03C951-EDC0-55B5-779A-5AF15750DCCB}"/>
              </a:ext>
            </a:extLst>
          </p:cNvPr>
          <p:cNvSpPr txBox="1"/>
          <p:nvPr/>
        </p:nvSpPr>
        <p:spPr>
          <a:xfrm>
            <a:off x="8832304" y="1166533"/>
            <a:ext cx="31476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i="1" dirty="0" smtClean="0">
                <a:latin typeface="+mj-lt"/>
              </a:rPr>
              <a:t>Systèmes asservis</a:t>
            </a:r>
            <a:endParaRPr lang="fr-FR" dirty="0">
              <a:latin typeface="+mj-lt"/>
            </a:endParaRPr>
          </a:p>
        </p:txBody>
      </p:sp>
      <p:pic>
        <p:nvPicPr>
          <p:cNvPr id="14" name="Imag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851" y="1522887"/>
            <a:ext cx="3496433" cy="2127647"/>
          </a:xfrm>
          <a:prstGeom prst="rect">
            <a:avLst/>
          </a:prstGeom>
        </p:spPr>
      </p:pic>
      <p:cxnSp>
        <p:nvCxnSpPr>
          <p:cNvPr id="8" name="Connecteur droit 7"/>
          <p:cNvCxnSpPr/>
          <p:nvPr/>
        </p:nvCxnSpPr>
        <p:spPr bwMode="auto">
          <a:xfrm>
            <a:off x="4119825" y="1505087"/>
            <a:ext cx="0" cy="5164273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A960A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20" name="Picture 2">
            <a:extLst>
              <a:ext uri="{FF2B5EF4-FFF2-40B4-BE49-F238E27FC236}">
                <a16:creationId xmlns="" xmlns:a16="http://schemas.microsoft.com/office/drawing/2014/main" id="{0134CA7E-E2EE-FBBF-0830-17297AC7D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0127" y="37347"/>
            <a:ext cx="1411817" cy="1160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/>
        </p:nvSpPr>
        <p:spPr>
          <a:xfrm>
            <a:off x="564131" y="3876178"/>
            <a:ext cx="275267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FA960A"/>
                </a:solidFill>
                <a:latin typeface="+mj-lt"/>
                <a:sym typeface="Wingdings" panose="05000000000000000000" pitchFamily="2" charset="2"/>
              </a:rPr>
              <a:t>Système du premier ordre</a:t>
            </a:r>
            <a:endParaRPr lang="fr-FR" b="1" dirty="0">
              <a:solidFill>
                <a:srgbClr val="FA960A"/>
              </a:solidFill>
              <a:latin typeface="+mj-lt"/>
            </a:endParaRPr>
          </a:p>
        </p:txBody>
      </p:sp>
      <p:pic>
        <p:nvPicPr>
          <p:cNvPr id="25" name="Image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701" y="5787012"/>
            <a:ext cx="2414847" cy="882348"/>
          </a:xfrm>
          <a:prstGeom prst="rect">
            <a:avLst/>
          </a:prstGeom>
        </p:spPr>
      </p:pic>
      <p:pic>
        <p:nvPicPr>
          <p:cNvPr id="26" name="Image 2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1701" y="4609653"/>
            <a:ext cx="2218865" cy="816716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81676" y="4271099"/>
            <a:ext cx="151355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222268"/>
                </a:solidFill>
                <a:latin typeface="+mj-lt"/>
              </a:rPr>
              <a:t>Gain statique</a:t>
            </a:r>
            <a:endParaRPr lang="fr-FR" b="1" dirty="0">
              <a:solidFill>
                <a:srgbClr val="222268"/>
              </a:solidFill>
              <a:latin typeface="+mj-lt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81676" y="5454430"/>
            <a:ext cx="21964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222268"/>
                </a:solidFill>
                <a:latin typeface="+mj-lt"/>
              </a:rPr>
              <a:t>Constante de temps</a:t>
            </a:r>
            <a:endParaRPr lang="fr-FR" b="1" dirty="0">
              <a:solidFill>
                <a:srgbClr val="222268"/>
              </a:solidFill>
              <a:latin typeface="+mj-lt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07968" y="2106980"/>
            <a:ext cx="5969891" cy="4563286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367808" y="1562076"/>
            <a:ext cx="31582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FA960A"/>
                </a:solidFill>
                <a:latin typeface="+mj-lt"/>
                <a:sym typeface="Wingdings" panose="05000000000000000000" pitchFamily="2" charset="2"/>
              </a:rPr>
              <a:t>KA = 1  ;  KB = 1  ;  TA = 100 ms</a:t>
            </a:r>
            <a:endParaRPr lang="fr-FR" b="1" dirty="0">
              <a:solidFill>
                <a:srgbClr val="FA960A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994818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CD8947E-CF0B-BAFC-441D-E166FAEFA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816" y="2106827"/>
            <a:ext cx="5918411" cy="4596903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="" xmlns:a16="http://schemas.microsoft.com/office/drawing/2014/main" id="{84D982B5-588A-ACD1-90DD-5DA68547A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Système A </a:t>
            </a:r>
            <a:r>
              <a:rPr lang="fr-FR" dirty="0" smtClean="0"/>
              <a:t>d’ordre 1</a:t>
            </a:r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E51B0318-645A-4346-80D5-23643D4D7FE1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C31C1B3B-7559-5351-5998-3E5C33CD98BE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18" name="Image 17" descr="Une image contenant texte, Police, capture d’écran, logo&#10;&#10;Le contenu généré par l’IA peut être incorrect.">
            <a:extLst>
              <a:ext uri="{FF2B5EF4-FFF2-40B4-BE49-F238E27FC236}">
                <a16:creationId xmlns="" xmlns:a16="http://schemas.microsoft.com/office/drawing/2014/main" id="{B2E34F05-74A9-4027-8664-BD2D3EA4FD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="" xmlns:a16="http://schemas.microsoft.com/office/drawing/2014/main" id="{EB03C951-EDC0-55B5-779A-5AF15750DCCB}"/>
              </a:ext>
            </a:extLst>
          </p:cNvPr>
          <p:cNvSpPr txBox="1"/>
          <p:nvPr/>
        </p:nvSpPr>
        <p:spPr>
          <a:xfrm>
            <a:off x="8832304" y="1166533"/>
            <a:ext cx="31476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i="1" dirty="0" smtClean="0">
                <a:latin typeface="+mj-lt"/>
              </a:rPr>
              <a:t>Systèmes asservis</a:t>
            </a:r>
            <a:endParaRPr lang="fr-FR" dirty="0">
              <a:latin typeface="+mj-lt"/>
            </a:endParaRPr>
          </a:p>
        </p:txBody>
      </p:sp>
      <p:pic>
        <p:nvPicPr>
          <p:cNvPr id="14" name="Imag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851" y="1522887"/>
            <a:ext cx="3496433" cy="2127647"/>
          </a:xfrm>
          <a:prstGeom prst="rect">
            <a:avLst/>
          </a:prstGeom>
        </p:spPr>
      </p:pic>
      <p:cxnSp>
        <p:nvCxnSpPr>
          <p:cNvPr id="8" name="Connecteur droit 7"/>
          <p:cNvCxnSpPr/>
          <p:nvPr/>
        </p:nvCxnSpPr>
        <p:spPr bwMode="auto">
          <a:xfrm>
            <a:off x="4119825" y="1505087"/>
            <a:ext cx="0" cy="5164273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A960A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20" name="Picture 2">
            <a:extLst>
              <a:ext uri="{FF2B5EF4-FFF2-40B4-BE49-F238E27FC236}">
                <a16:creationId xmlns="" xmlns:a16="http://schemas.microsoft.com/office/drawing/2014/main" id="{0134CA7E-E2EE-FBBF-0830-17297AC7D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0127" y="37347"/>
            <a:ext cx="1411817" cy="1160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/>
        </p:nvSpPr>
        <p:spPr>
          <a:xfrm>
            <a:off x="564131" y="3876178"/>
            <a:ext cx="275267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FA960A"/>
                </a:solidFill>
                <a:latin typeface="+mj-lt"/>
                <a:sym typeface="Wingdings" panose="05000000000000000000" pitchFamily="2" charset="2"/>
              </a:rPr>
              <a:t>Système du premier ordre</a:t>
            </a:r>
            <a:endParaRPr lang="fr-FR" b="1" dirty="0">
              <a:solidFill>
                <a:srgbClr val="FA960A"/>
              </a:solidFill>
              <a:latin typeface="+mj-lt"/>
            </a:endParaRPr>
          </a:p>
        </p:txBody>
      </p:sp>
      <p:pic>
        <p:nvPicPr>
          <p:cNvPr id="25" name="Image 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1701" y="5787012"/>
            <a:ext cx="2414847" cy="882348"/>
          </a:xfrm>
          <a:prstGeom prst="rect">
            <a:avLst/>
          </a:prstGeom>
        </p:spPr>
      </p:pic>
      <p:pic>
        <p:nvPicPr>
          <p:cNvPr id="26" name="Image 2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1701" y="4609653"/>
            <a:ext cx="2218865" cy="816716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81676" y="4271099"/>
            <a:ext cx="151355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222268"/>
                </a:solidFill>
                <a:latin typeface="+mj-lt"/>
              </a:rPr>
              <a:t>Gain statique</a:t>
            </a:r>
            <a:endParaRPr lang="fr-FR" b="1" dirty="0">
              <a:solidFill>
                <a:srgbClr val="222268"/>
              </a:solidFill>
              <a:latin typeface="+mj-lt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81676" y="5454430"/>
            <a:ext cx="21964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222268"/>
                </a:solidFill>
                <a:latin typeface="+mj-lt"/>
              </a:rPr>
              <a:t>Constante de temps</a:t>
            </a:r>
            <a:endParaRPr lang="fr-FR" b="1" dirty="0">
              <a:solidFill>
                <a:srgbClr val="222268"/>
              </a:solidFill>
              <a:latin typeface="+mj-lt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367808" y="1562076"/>
            <a:ext cx="327365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FA960A"/>
                </a:solidFill>
                <a:latin typeface="+mj-lt"/>
                <a:sym typeface="Wingdings" panose="05000000000000000000" pitchFamily="2" charset="2"/>
              </a:rPr>
              <a:t>KA = 10  ;  KB = 1  ;  TA = 100 ms</a:t>
            </a:r>
            <a:endParaRPr lang="fr-FR" b="1" dirty="0">
              <a:solidFill>
                <a:srgbClr val="FA960A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44162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CD8947E-CF0B-BAFC-441D-E166FAEFA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9559" y="2088104"/>
            <a:ext cx="5975587" cy="4615626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="" xmlns:a16="http://schemas.microsoft.com/office/drawing/2014/main" id="{84D982B5-588A-ACD1-90DD-5DA68547A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Système A </a:t>
            </a:r>
            <a:r>
              <a:rPr lang="fr-FR" dirty="0" smtClean="0"/>
              <a:t>d’ordre 1</a:t>
            </a:r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E51B0318-645A-4346-80D5-23643D4D7FE1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C31C1B3B-7559-5351-5998-3E5C33CD98BE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18" name="Image 17" descr="Une image contenant texte, Police, capture d’écran, logo&#10;&#10;Le contenu généré par l’IA peut être incorrect.">
            <a:extLst>
              <a:ext uri="{FF2B5EF4-FFF2-40B4-BE49-F238E27FC236}">
                <a16:creationId xmlns="" xmlns:a16="http://schemas.microsoft.com/office/drawing/2014/main" id="{B2E34F05-74A9-4027-8664-BD2D3EA4FD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="" xmlns:a16="http://schemas.microsoft.com/office/drawing/2014/main" id="{EB03C951-EDC0-55B5-779A-5AF15750DCCB}"/>
              </a:ext>
            </a:extLst>
          </p:cNvPr>
          <p:cNvSpPr txBox="1"/>
          <p:nvPr/>
        </p:nvSpPr>
        <p:spPr>
          <a:xfrm>
            <a:off x="8832304" y="1166533"/>
            <a:ext cx="31476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i="1" dirty="0" smtClean="0">
                <a:latin typeface="+mj-lt"/>
              </a:rPr>
              <a:t>Systèmes asservis</a:t>
            </a:r>
            <a:endParaRPr lang="fr-FR" dirty="0">
              <a:latin typeface="+mj-lt"/>
            </a:endParaRPr>
          </a:p>
        </p:txBody>
      </p:sp>
      <p:pic>
        <p:nvPicPr>
          <p:cNvPr id="14" name="Imag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851" y="1522887"/>
            <a:ext cx="3496433" cy="2127647"/>
          </a:xfrm>
          <a:prstGeom prst="rect">
            <a:avLst/>
          </a:prstGeom>
        </p:spPr>
      </p:pic>
      <p:cxnSp>
        <p:nvCxnSpPr>
          <p:cNvPr id="8" name="Connecteur droit 7"/>
          <p:cNvCxnSpPr/>
          <p:nvPr/>
        </p:nvCxnSpPr>
        <p:spPr bwMode="auto">
          <a:xfrm>
            <a:off x="4119825" y="1505087"/>
            <a:ext cx="0" cy="5164273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A960A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20" name="Picture 2">
            <a:extLst>
              <a:ext uri="{FF2B5EF4-FFF2-40B4-BE49-F238E27FC236}">
                <a16:creationId xmlns="" xmlns:a16="http://schemas.microsoft.com/office/drawing/2014/main" id="{0134CA7E-E2EE-FBBF-0830-17297AC7D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0127" y="37347"/>
            <a:ext cx="1411817" cy="1160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/>
        </p:nvSpPr>
        <p:spPr>
          <a:xfrm>
            <a:off x="564131" y="3876178"/>
            <a:ext cx="275267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FA960A"/>
                </a:solidFill>
                <a:latin typeface="+mj-lt"/>
                <a:sym typeface="Wingdings" panose="05000000000000000000" pitchFamily="2" charset="2"/>
              </a:rPr>
              <a:t>Système du premier ordre</a:t>
            </a:r>
            <a:endParaRPr lang="fr-FR" b="1" dirty="0">
              <a:solidFill>
                <a:srgbClr val="FA960A"/>
              </a:solidFill>
              <a:latin typeface="+mj-lt"/>
            </a:endParaRPr>
          </a:p>
        </p:txBody>
      </p:sp>
      <p:pic>
        <p:nvPicPr>
          <p:cNvPr id="25" name="Image 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1701" y="5787012"/>
            <a:ext cx="2414847" cy="882348"/>
          </a:xfrm>
          <a:prstGeom prst="rect">
            <a:avLst/>
          </a:prstGeom>
        </p:spPr>
      </p:pic>
      <p:pic>
        <p:nvPicPr>
          <p:cNvPr id="26" name="Image 2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1701" y="4609653"/>
            <a:ext cx="2218865" cy="816716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81676" y="4271099"/>
            <a:ext cx="151355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222268"/>
                </a:solidFill>
                <a:latin typeface="+mj-lt"/>
              </a:rPr>
              <a:t>Gain statique</a:t>
            </a:r>
            <a:endParaRPr lang="fr-FR" b="1" dirty="0">
              <a:solidFill>
                <a:srgbClr val="222268"/>
              </a:solidFill>
              <a:latin typeface="+mj-lt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81676" y="5454430"/>
            <a:ext cx="21964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222268"/>
                </a:solidFill>
                <a:latin typeface="+mj-lt"/>
              </a:rPr>
              <a:t>Constante de temps</a:t>
            </a:r>
            <a:endParaRPr lang="fr-FR" b="1" dirty="0">
              <a:solidFill>
                <a:srgbClr val="222268"/>
              </a:solidFill>
              <a:latin typeface="+mj-lt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367808" y="1562076"/>
            <a:ext cx="370646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FA960A"/>
                </a:solidFill>
                <a:latin typeface="+mj-lt"/>
                <a:sym typeface="Wingdings" panose="05000000000000000000" pitchFamily="2" charset="2"/>
              </a:rPr>
              <a:t>KA = 10</a:t>
            </a:r>
            <a:r>
              <a:rPr lang="fr-FR" b="1" baseline="30000" dirty="0" smtClean="0">
                <a:solidFill>
                  <a:srgbClr val="FA960A"/>
                </a:solidFill>
                <a:latin typeface="+mj-lt"/>
                <a:sym typeface="Wingdings" panose="05000000000000000000" pitchFamily="2" charset="2"/>
              </a:rPr>
              <a:t>7</a:t>
            </a:r>
            <a:r>
              <a:rPr lang="fr-FR" b="1" dirty="0" smtClean="0">
                <a:solidFill>
                  <a:srgbClr val="FA960A"/>
                </a:solidFill>
                <a:latin typeface="+mj-lt"/>
                <a:sym typeface="Wingdings" panose="05000000000000000000" pitchFamily="2" charset="2"/>
              </a:rPr>
              <a:t>  ;  KB = 10</a:t>
            </a:r>
            <a:r>
              <a:rPr lang="fr-FR" b="1" baseline="30000" dirty="0" smtClean="0">
                <a:solidFill>
                  <a:srgbClr val="FA960A"/>
                </a:solidFill>
                <a:latin typeface="+mj-lt"/>
                <a:sym typeface="Wingdings" panose="05000000000000000000" pitchFamily="2" charset="2"/>
              </a:rPr>
              <a:t>-4</a:t>
            </a:r>
            <a:r>
              <a:rPr lang="fr-FR" b="1" dirty="0" smtClean="0">
                <a:solidFill>
                  <a:srgbClr val="FA960A"/>
                </a:solidFill>
                <a:latin typeface="+mj-lt"/>
                <a:sym typeface="Wingdings" panose="05000000000000000000" pitchFamily="2" charset="2"/>
              </a:rPr>
              <a:t>  ;  TA = 100 ms</a:t>
            </a:r>
            <a:endParaRPr lang="fr-FR" b="1" dirty="0">
              <a:solidFill>
                <a:srgbClr val="FA960A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17399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CD8947E-CF0B-BAFC-441D-E166FAEFA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3028" y="1596852"/>
            <a:ext cx="3462194" cy="267424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="" xmlns:a16="http://schemas.microsoft.com/office/drawing/2014/main" id="{84D982B5-588A-ACD1-90DD-5DA68547A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 smtClean="0"/>
              <a:t>Système A d’ordre 1</a:t>
            </a:r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E51B0318-645A-4346-80D5-23643D4D7FE1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C31C1B3B-7559-5351-5998-3E5C33CD98BE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18" name="Image 17" descr="Une image contenant texte, Police, capture d’écran, logo&#10;&#10;Le contenu généré par l’IA peut être incorrect.">
            <a:extLst>
              <a:ext uri="{FF2B5EF4-FFF2-40B4-BE49-F238E27FC236}">
                <a16:creationId xmlns="" xmlns:a16="http://schemas.microsoft.com/office/drawing/2014/main" id="{B2E34F05-74A9-4027-8664-BD2D3EA4FD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="" xmlns:a16="http://schemas.microsoft.com/office/drawing/2014/main" id="{EB03C951-EDC0-55B5-779A-5AF15750DCCB}"/>
              </a:ext>
            </a:extLst>
          </p:cNvPr>
          <p:cNvSpPr txBox="1"/>
          <p:nvPr/>
        </p:nvSpPr>
        <p:spPr>
          <a:xfrm>
            <a:off x="8832304" y="1166533"/>
            <a:ext cx="31476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i="1" dirty="0" smtClean="0">
                <a:latin typeface="+mj-lt"/>
              </a:rPr>
              <a:t>Systèmes asservis</a:t>
            </a:r>
            <a:endParaRPr lang="fr-FR" dirty="0">
              <a:latin typeface="+mj-lt"/>
            </a:endParaRPr>
          </a:p>
        </p:txBody>
      </p:sp>
      <p:pic>
        <p:nvPicPr>
          <p:cNvPr id="14" name="Imag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851" y="1522887"/>
            <a:ext cx="3496433" cy="2127647"/>
          </a:xfrm>
          <a:prstGeom prst="rect">
            <a:avLst/>
          </a:prstGeom>
        </p:spPr>
      </p:pic>
      <p:cxnSp>
        <p:nvCxnSpPr>
          <p:cNvPr id="8" name="Connecteur droit 7"/>
          <p:cNvCxnSpPr/>
          <p:nvPr/>
        </p:nvCxnSpPr>
        <p:spPr bwMode="auto">
          <a:xfrm>
            <a:off x="4119825" y="1505087"/>
            <a:ext cx="0" cy="5164273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A960A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20" name="Picture 2">
            <a:extLst>
              <a:ext uri="{FF2B5EF4-FFF2-40B4-BE49-F238E27FC236}">
                <a16:creationId xmlns="" xmlns:a16="http://schemas.microsoft.com/office/drawing/2014/main" id="{0134CA7E-E2EE-FBBF-0830-17297AC7D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0127" y="37347"/>
            <a:ext cx="1411817" cy="1160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/>
        </p:nvSpPr>
        <p:spPr>
          <a:xfrm>
            <a:off x="564131" y="3876178"/>
            <a:ext cx="275267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FA960A"/>
                </a:solidFill>
                <a:latin typeface="+mj-lt"/>
                <a:sym typeface="Wingdings" panose="05000000000000000000" pitchFamily="2" charset="2"/>
              </a:rPr>
              <a:t>Système du premier ordre</a:t>
            </a:r>
            <a:endParaRPr lang="fr-FR" b="1" dirty="0">
              <a:solidFill>
                <a:srgbClr val="FA960A"/>
              </a:solidFill>
              <a:latin typeface="+mj-lt"/>
            </a:endParaRPr>
          </a:p>
        </p:txBody>
      </p:sp>
      <p:pic>
        <p:nvPicPr>
          <p:cNvPr id="25" name="Image 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1701" y="5787012"/>
            <a:ext cx="2414847" cy="882348"/>
          </a:xfrm>
          <a:prstGeom prst="rect">
            <a:avLst/>
          </a:prstGeom>
        </p:spPr>
      </p:pic>
      <p:pic>
        <p:nvPicPr>
          <p:cNvPr id="26" name="Image 2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1701" y="4609653"/>
            <a:ext cx="2218865" cy="816716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81676" y="4271099"/>
            <a:ext cx="151355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222268"/>
                </a:solidFill>
                <a:latin typeface="+mj-lt"/>
              </a:rPr>
              <a:t>Gain statique</a:t>
            </a:r>
            <a:endParaRPr lang="fr-FR" b="1" dirty="0">
              <a:solidFill>
                <a:srgbClr val="222268"/>
              </a:solidFill>
              <a:latin typeface="+mj-lt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81676" y="5454430"/>
            <a:ext cx="21964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222268"/>
                </a:solidFill>
                <a:latin typeface="+mj-lt"/>
              </a:rPr>
              <a:t>Constante de temps</a:t>
            </a:r>
            <a:endParaRPr lang="fr-FR" b="1" dirty="0">
              <a:solidFill>
                <a:srgbClr val="222268"/>
              </a:solidFill>
              <a:latin typeface="+mj-lt"/>
            </a:endParaRPr>
          </a:p>
        </p:txBody>
      </p:sp>
      <p:pic>
        <p:nvPicPr>
          <p:cNvPr id="17" name="Imag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39816" y="1596852"/>
            <a:ext cx="3384376" cy="2628687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5559792" y="5121737"/>
            <a:ext cx="5594801" cy="461665"/>
          </a:xfrm>
          <a:prstGeom prst="rect">
            <a:avLst/>
          </a:prstGeom>
          <a:ln w="28575">
            <a:solidFill>
              <a:srgbClr val="FA960A"/>
            </a:solidFill>
          </a:ln>
        </p:spPr>
        <p:txBody>
          <a:bodyPr wrap="none">
            <a:spAutoFit/>
          </a:bodyPr>
          <a:lstStyle/>
          <a:p>
            <a:r>
              <a:rPr lang="fr-FR" sz="2400" b="1" dirty="0" smtClean="0">
                <a:solidFill>
                  <a:srgbClr val="222268"/>
                </a:solidFill>
                <a:latin typeface="+mj-lt"/>
              </a:rPr>
              <a:t>Produit gain / bande-passante = </a:t>
            </a:r>
            <a:r>
              <a:rPr lang="fr-FR" sz="2400" b="1" dirty="0" err="1" smtClean="0">
                <a:solidFill>
                  <a:srgbClr val="222268"/>
                </a:solidFill>
                <a:latin typeface="+mj-lt"/>
              </a:rPr>
              <a:t>cte</a:t>
            </a:r>
            <a:endParaRPr lang="fr-FR" sz="2400" b="1" dirty="0">
              <a:solidFill>
                <a:srgbClr val="222268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29476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CD8947E-CF0B-BAFC-441D-E166FAEFA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84D982B5-588A-ACD1-90DD-5DA68547A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 smtClean="0"/>
              <a:t>Système A d’ordre 1</a:t>
            </a:r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E51B0318-645A-4346-80D5-23643D4D7FE1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C31C1B3B-7559-5351-5998-3E5C33CD98BE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18" name="Image 17" descr="Une image contenant texte, Police, capture d’écran, logo&#10;&#10;Le contenu généré par l’IA peut être incorrect.">
            <a:extLst>
              <a:ext uri="{FF2B5EF4-FFF2-40B4-BE49-F238E27FC236}">
                <a16:creationId xmlns="" xmlns:a16="http://schemas.microsoft.com/office/drawing/2014/main" id="{B2E34F05-74A9-4027-8664-BD2D3EA4FD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="" xmlns:a16="http://schemas.microsoft.com/office/drawing/2014/main" id="{EB03C951-EDC0-55B5-779A-5AF15750DCCB}"/>
              </a:ext>
            </a:extLst>
          </p:cNvPr>
          <p:cNvSpPr txBox="1"/>
          <p:nvPr/>
        </p:nvSpPr>
        <p:spPr>
          <a:xfrm>
            <a:off x="8832304" y="1166533"/>
            <a:ext cx="31476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i="1" dirty="0" smtClean="0">
                <a:latin typeface="+mj-lt"/>
              </a:rPr>
              <a:t>Systèmes asservis</a:t>
            </a:r>
            <a:endParaRPr lang="fr-FR" dirty="0">
              <a:latin typeface="+mj-lt"/>
            </a:endParaRPr>
          </a:p>
        </p:txBody>
      </p:sp>
      <p:pic>
        <p:nvPicPr>
          <p:cNvPr id="14" name="Imag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851" y="1522887"/>
            <a:ext cx="3496433" cy="2127647"/>
          </a:xfrm>
          <a:prstGeom prst="rect">
            <a:avLst/>
          </a:prstGeom>
        </p:spPr>
      </p:pic>
      <p:cxnSp>
        <p:nvCxnSpPr>
          <p:cNvPr id="8" name="Connecteur droit 7"/>
          <p:cNvCxnSpPr/>
          <p:nvPr/>
        </p:nvCxnSpPr>
        <p:spPr bwMode="auto">
          <a:xfrm>
            <a:off x="4119825" y="1505087"/>
            <a:ext cx="0" cy="5164273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A960A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20" name="Picture 2">
            <a:extLst>
              <a:ext uri="{FF2B5EF4-FFF2-40B4-BE49-F238E27FC236}">
                <a16:creationId xmlns="" xmlns:a16="http://schemas.microsoft.com/office/drawing/2014/main" id="{0134CA7E-E2EE-FBBF-0830-17297AC7D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0127" y="37347"/>
            <a:ext cx="1411817" cy="1160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/>
        </p:nvSpPr>
        <p:spPr>
          <a:xfrm>
            <a:off x="564131" y="3876178"/>
            <a:ext cx="275267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FA960A"/>
                </a:solidFill>
                <a:latin typeface="+mj-lt"/>
                <a:sym typeface="Wingdings" panose="05000000000000000000" pitchFamily="2" charset="2"/>
              </a:rPr>
              <a:t>Système du premier ordre</a:t>
            </a:r>
            <a:endParaRPr lang="fr-FR" b="1" dirty="0">
              <a:solidFill>
                <a:srgbClr val="FA960A"/>
              </a:solidFill>
              <a:latin typeface="+mj-lt"/>
            </a:endParaRPr>
          </a:p>
        </p:txBody>
      </p:sp>
      <p:pic>
        <p:nvPicPr>
          <p:cNvPr id="25" name="Image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701" y="5787012"/>
            <a:ext cx="2414847" cy="882348"/>
          </a:xfrm>
          <a:prstGeom prst="rect">
            <a:avLst/>
          </a:prstGeom>
        </p:spPr>
      </p:pic>
      <p:pic>
        <p:nvPicPr>
          <p:cNvPr id="26" name="Image 2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1701" y="4609653"/>
            <a:ext cx="2218865" cy="816716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81676" y="4271099"/>
            <a:ext cx="151355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222268"/>
                </a:solidFill>
                <a:latin typeface="+mj-lt"/>
              </a:rPr>
              <a:t>Gain statique</a:t>
            </a:r>
            <a:endParaRPr lang="fr-FR" b="1" dirty="0">
              <a:solidFill>
                <a:srgbClr val="222268"/>
              </a:solidFill>
              <a:latin typeface="+mj-lt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81676" y="5454430"/>
            <a:ext cx="21964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222268"/>
                </a:solidFill>
                <a:latin typeface="+mj-lt"/>
              </a:rPr>
              <a:t>Constante de temps</a:t>
            </a:r>
            <a:endParaRPr lang="fr-FR" b="1" dirty="0">
              <a:solidFill>
                <a:srgbClr val="222268"/>
              </a:solidFill>
              <a:latin typeface="+mj-lt"/>
            </a:endParaRPr>
          </a:p>
        </p:txBody>
      </p:sp>
      <p:pic>
        <p:nvPicPr>
          <p:cNvPr id="22" name="Imag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92066" y="1587742"/>
            <a:ext cx="3404517" cy="2629696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2067" y="4094586"/>
            <a:ext cx="3625052" cy="2718789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8188703" y="4440376"/>
            <a:ext cx="304442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222268"/>
                </a:solidFill>
                <a:latin typeface="+mj-lt"/>
              </a:rPr>
              <a:t>Réponse indicielle (échelon)</a:t>
            </a:r>
            <a:endParaRPr lang="fr-FR" b="1" dirty="0">
              <a:solidFill>
                <a:srgbClr val="222268"/>
              </a:solidFill>
              <a:latin typeface="+mj-lt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8188703" y="1692437"/>
            <a:ext cx="307968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222268"/>
                </a:solidFill>
                <a:latin typeface="+mj-lt"/>
              </a:rPr>
              <a:t>Réponse fréquentielle (</a:t>
            </a:r>
            <a:r>
              <a:rPr lang="fr-FR" b="1" dirty="0" err="1" smtClean="0">
                <a:solidFill>
                  <a:srgbClr val="222268"/>
                </a:solidFill>
                <a:latin typeface="+mj-lt"/>
              </a:rPr>
              <a:t>Bode</a:t>
            </a:r>
            <a:r>
              <a:rPr lang="fr-FR" b="1" dirty="0" smtClean="0">
                <a:solidFill>
                  <a:srgbClr val="222268"/>
                </a:solidFill>
                <a:latin typeface="+mj-lt"/>
              </a:rPr>
              <a:t>)</a:t>
            </a:r>
            <a:endParaRPr lang="fr-FR" b="1" dirty="0">
              <a:solidFill>
                <a:srgbClr val="222268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754271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CD8947E-CF0B-BAFC-441D-E166FAEFA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84D982B5-588A-ACD1-90DD-5DA68547A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 smtClean="0"/>
              <a:t>Système A d’ordre 1</a:t>
            </a:r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E51B0318-645A-4346-80D5-23643D4D7FE1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C31C1B3B-7559-5351-5998-3E5C33CD98BE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18" name="Image 17" descr="Une image contenant texte, Police, capture d’écran, logo&#10;&#10;Le contenu généré par l’IA peut être incorrect.">
            <a:extLst>
              <a:ext uri="{FF2B5EF4-FFF2-40B4-BE49-F238E27FC236}">
                <a16:creationId xmlns="" xmlns:a16="http://schemas.microsoft.com/office/drawing/2014/main" id="{B2E34F05-74A9-4027-8664-BD2D3EA4FD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="" xmlns:a16="http://schemas.microsoft.com/office/drawing/2014/main" id="{EB03C951-EDC0-55B5-779A-5AF15750DCCB}"/>
              </a:ext>
            </a:extLst>
          </p:cNvPr>
          <p:cNvSpPr txBox="1"/>
          <p:nvPr/>
        </p:nvSpPr>
        <p:spPr>
          <a:xfrm>
            <a:off x="8832304" y="1166533"/>
            <a:ext cx="31476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i="1" dirty="0" smtClean="0">
                <a:latin typeface="+mj-lt"/>
              </a:rPr>
              <a:t>Systèmes asservis</a:t>
            </a:r>
            <a:endParaRPr lang="fr-FR" dirty="0">
              <a:latin typeface="+mj-lt"/>
            </a:endParaRPr>
          </a:p>
        </p:txBody>
      </p:sp>
      <p:pic>
        <p:nvPicPr>
          <p:cNvPr id="14" name="Imag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851" y="1522887"/>
            <a:ext cx="3496433" cy="2127647"/>
          </a:xfrm>
          <a:prstGeom prst="rect">
            <a:avLst/>
          </a:prstGeom>
        </p:spPr>
      </p:pic>
      <p:cxnSp>
        <p:nvCxnSpPr>
          <p:cNvPr id="8" name="Connecteur droit 7"/>
          <p:cNvCxnSpPr/>
          <p:nvPr/>
        </p:nvCxnSpPr>
        <p:spPr bwMode="auto">
          <a:xfrm>
            <a:off x="4119825" y="1505087"/>
            <a:ext cx="0" cy="5164273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A960A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20" name="Picture 2">
            <a:extLst>
              <a:ext uri="{FF2B5EF4-FFF2-40B4-BE49-F238E27FC236}">
                <a16:creationId xmlns="" xmlns:a16="http://schemas.microsoft.com/office/drawing/2014/main" id="{0134CA7E-E2EE-FBBF-0830-17297AC7D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0127" y="37347"/>
            <a:ext cx="1411817" cy="1160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/>
        </p:nvSpPr>
        <p:spPr>
          <a:xfrm>
            <a:off x="564131" y="3876178"/>
            <a:ext cx="275267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FA960A"/>
                </a:solidFill>
                <a:latin typeface="+mj-lt"/>
                <a:sym typeface="Wingdings" panose="05000000000000000000" pitchFamily="2" charset="2"/>
              </a:rPr>
              <a:t>Système du premier ordre</a:t>
            </a:r>
            <a:endParaRPr lang="fr-FR" b="1" dirty="0">
              <a:solidFill>
                <a:srgbClr val="FA960A"/>
              </a:solidFill>
              <a:latin typeface="+mj-lt"/>
            </a:endParaRPr>
          </a:p>
        </p:txBody>
      </p:sp>
      <p:pic>
        <p:nvPicPr>
          <p:cNvPr id="25" name="Image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701" y="5787012"/>
            <a:ext cx="2414847" cy="882348"/>
          </a:xfrm>
          <a:prstGeom prst="rect">
            <a:avLst/>
          </a:prstGeom>
        </p:spPr>
      </p:pic>
      <p:pic>
        <p:nvPicPr>
          <p:cNvPr id="26" name="Image 2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1701" y="4609653"/>
            <a:ext cx="2218865" cy="816716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81676" y="4271099"/>
            <a:ext cx="151355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222268"/>
                </a:solidFill>
                <a:latin typeface="+mj-lt"/>
              </a:rPr>
              <a:t>Gain statique</a:t>
            </a:r>
            <a:endParaRPr lang="fr-FR" b="1" dirty="0">
              <a:solidFill>
                <a:srgbClr val="222268"/>
              </a:solidFill>
              <a:latin typeface="+mj-lt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81676" y="5454430"/>
            <a:ext cx="21964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222268"/>
                </a:solidFill>
                <a:latin typeface="+mj-lt"/>
              </a:rPr>
              <a:t>Constante de temps</a:t>
            </a:r>
            <a:endParaRPr lang="fr-FR" b="1" dirty="0">
              <a:solidFill>
                <a:srgbClr val="222268"/>
              </a:solidFill>
              <a:latin typeface="+mj-lt"/>
            </a:endParaRPr>
          </a:p>
        </p:txBody>
      </p:sp>
      <p:pic>
        <p:nvPicPr>
          <p:cNvPr id="22" name="Imag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92066" y="1587742"/>
            <a:ext cx="3404517" cy="2629696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2067" y="4094586"/>
            <a:ext cx="3625052" cy="2718789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6775" y="4087223"/>
            <a:ext cx="3681271" cy="2760953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9192344" y="3556723"/>
            <a:ext cx="200728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222268"/>
                </a:solidFill>
                <a:latin typeface="+mj-lt"/>
              </a:rPr>
              <a:t>Réponse indicielle</a:t>
            </a:r>
            <a:endParaRPr lang="fr-FR" b="1" dirty="0">
              <a:solidFill>
                <a:srgbClr val="222268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220538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CD8947E-CF0B-BAFC-441D-E166FAEFA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84D982B5-588A-ACD1-90DD-5DA68547A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 smtClean="0"/>
              <a:t>Système A d’ordre 1</a:t>
            </a:r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E51B0318-645A-4346-80D5-23643D4D7FE1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C31C1B3B-7559-5351-5998-3E5C33CD98BE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18" name="Image 17" descr="Une image contenant texte, Police, capture d’écran, logo&#10;&#10;Le contenu généré par l’IA peut être incorrect.">
            <a:extLst>
              <a:ext uri="{FF2B5EF4-FFF2-40B4-BE49-F238E27FC236}">
                <a16:creationId xmlns="" xmlns:a16="http://schemas.microsoft.com/office/drawing/2014/main" id="{B2E34F05-74A9-4027-8664-BD2D3EA4FD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="" xmlns:a16="http://schemas.microsoft.com/office/drawing/2014/main" id="{EB03C951-EDC0-55B5-779A-5AF15750DCCB}"/>
              </a:ext>
            </a:extLst>
          </p:cNvPr>
          <p:cNvSpPr txBox="1"/>
          <p:nvPr/>
        </p:nvSpPr>
        <p:spPr>
          <a:xfrm>
            <a:off x="8832304" y="1166533"/>
            <a:ext cx="31476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i="1" dirty="0" smtClean="0">
                <a:latin typeface="+mj-lt"/>
              </a:rPr>
              <a:t>Systèmes asservis</a:t>
            </a:r>
            <a:endParaRPr lang="fr-FR" dirty="0">
              <a:latin typeface="+mj-lt"/>
            </a:endParaRPr>
          </a:p>
        </p:txBody>
      </p:sp>
      <p:pic>
        <p:nvPicPr>
          <p:cNvPr id="14" name="Imag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851" y="1522887"/>
            <a:ext cx="3496433" cy="2127647"/>
          </a:xfrm>
          <a:prstGeom prst="rect">
            <a:avLst/>
          </a:prstGeom>
        </p:spPr>
      </p:pic>
      <p:cxnSp>
        <p:nvCxnSpPr>
          <p:cNvPr id="8" name="Connecteur droit 7"/>
          <p:cNvCxnSpPr/>
          <p:nvPr/>
        </p:nvCxnSpPr>
        <p:spPr bwMode="auto">
          <a:xfrm>
            <a:off x="4119825" y="1505087"/>
            <a:ext cx="0" cy="5164273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A960A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20" name="Picture 2">
            <a:extLst>
              <a:ext uri="{FF2B5EF4-FFF2-40B4-BE49-F238E27FC236}">
                <a16:creationId xmlns="" xmlns:a16="http://schemas.microsoft.com/office/drawing/2014/main" id="{0134CA7E-E2EE-FBBF-0830-17297AC7D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0127" y="37347"/>
            <a:ext cx="1411817" cy="1160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/>
        </p:nvSpPr>
        <p:spPr>
          <a:xfrm>
            <a:off x="564131" y="3876178"/>
            <a:ext cx="275267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FA960A"/>
                </a:solidFill>
                <a:latin typeface="+mj-lt"/>
                <a:sym typeface="Wingdings" panose="05000000000000000000" pitchFamily="2" charset="2"/>
              </a:rPr>
              <a:t>Système du premier ordre</a:t>
            </a:r>
            <a:endParaRPr lang="fr-FR" b="1" dirty="0">
              <a:solidFill>
                <a:srgbClr val="FA960A"/>
              </a:solidFill>
              <a:latin typeface="+mj-lt"/>
            </a:endParaRPr>
          </a:p>
        </p:txBody>
      </p:sp>
      <p:pic>
        <p:nvPicPr>
          <p:cNvPr id="25" name="Image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701" y="5787012"/>
            <a:ext cx="2414847" cy="882348"/>
          </a:xfrm>
          <a:prstGeom prst="rect">
            <a:avLst/>
          </a:prstGeom>
        </p:spPr>
      </p:pic>
      <p:pic>
        <p:nvPicPr>
          <p:cNvPr id="26" name="Image 2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1701" y="4609653"/>
            <a:ext cx="2218865" cy="816716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81676" y="4271099"/>
            <a:ext cx="151355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222268"/>
                </a:solidFill>
                <a:latin typeface="+mj-lt"/>
              </a:rPr>
              <a:t>Gain statique</a:t>
            </a:r>
            <a:endParaRPr lang="fr-FR" b="1" dirty="0">
              <a:solidFill>
                <a:srgbClr val="222268"/>
              </a:solidFill>
              <a:latin typeface="+mj-lt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81676" y="5454430"/>
            <a:ext cx="21964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222268"/>
                </a:solidFill>
                <a:latin typeface="+mj-lt"/>
              </a:rPr>
              <a:t>Constante de temps</a:t>
            </a:r>
            <a:endParaRPr lang="fr-FR" b="1" dirty="0">
              <a:solidFill>
                <a:srgbClr val="222268"/>
              </a:solidFill>
              <a:latin typeface="+mj-lt"/>
            </a:endParaRPr>
          </a:p>
        </p:txBody>
      </p:sp>
      <p:pic>
        <p:nvPicPr>
          <p:cNvPr id="22" name="Imag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92066" y="1587742"/>
            <a:ext cx="3404517" cy="2629696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2067" y="4094586"/>
            <a:ext cx="3625052" cy="2718789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6775" y="4087223"/>
            <a:ext cx="3681271" cy="2760953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6774" y="1522887"/>
            <a:ext cx="3681271" cy="276095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auto">
          <a:xfrm>
            <a:off x="8760296" y="4440376"/>
            <a:ext cx="216024" cy="2084968"/>
          </a:xfrm>
          <a:prstGeom prst="rect">
            <a:avLst/>
          </a:prstGeom>
          <a:noFill/>
          <a:ln w="57150" cap="flat" cmpd="sng" algn="ctr">
            <a:solidFill>
              <a:srgbClr val="D02D1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8273748" y="1565566"/>
            <a:ext cx="3706223" cy="2649166"/>
          </a:xfrm>
          <a:prstGeom prst="rect">
            <a:avLst/>
          </a:prstGeom>
          <a:noFill/>
          <a:ln w="57150" cap="flat" cmpd="sng" algn="ctr">
            <a:solidFill>
              <a:srgbClr val="D02D1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516488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CD8947E-CF0B-BAFC-441D-E166FAEFA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84D982B5-588A-ACD1-90DD-5DA68547A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 smtClean="0"/>
              <a:t>Système A d’ordre </a:t>
            </a:r>
            <a:r>
              <a:rPr lang="fr-FR" dirty="0" smtClean="0"/>
              <a:t>2</a:t>
            </a:r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E51B0318-645A-4346-80D5-23643D4D7FE1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C31C1B3B-7559-5351-5998-3E5C33CD98BE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18" name="Image 17" descr="Une image contenant texte, Police, capture d’écran, logo&#10;&#10;Le contenu généré par l’IA peut être incorrect.">
            <a:extLst>
              <a:ext uri="{FF2B5EF4-FFF2-40B4-BE49-F238E27FC236}">
                <a16:creationId xmlns="" xmlns:a16="http://schemas.microsoft.com/office/drawing/2014/main" id="{B2E34F05-74A9-4027-8664-BD2D3EA4FD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="" xmlns:a16="http://schemas.microsoft.com/office/drawing/2014/main" id="{EB03C951-EDC0-55B5-779A-5AF15750DCCB}"/>
              </a:ext>
            </a:extLst>
          </p:cNvPr>
          <p:cNvSpPr txBox="1"/>
          <p:nvPr/>
        </p:nvSpPr>
        <p:spPr>
          <a:xfrm>
            <a:off x="8832304" y="1166533"/>
            <a:ext cx="31476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i="1" dirty="0" smtClean="0">
                <a:latin typeface="+mj-lt"/>
              </a:rPr>
              <a:t>Systèmes asservis</a:t>
            </a:r>
            <a:endParaRPr lang="fr-FR" dirty="0">
              <a:latin typeface="+mj-lt"/>
            </a:endParaRPr>
          </a:p>
        </p:txBody>
      </p:sp>
      <p:pic>
        <p:nvPicPr>
          <p:cNvPr id="14" name="Imag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851" y="1522887"/>
            <a:ext cx="3496433" cy="2127647"/>
          </a:xfrm>
          <a:prstGeom prst="rect">
            <a:avLst/>
          </a:prstGeom>
        </p:spPr>
      </p:pic>
      <p:cxnSp>
        <p:nvCxnSpPr>
          <p:cNvPr id="8" name="Connecteur droit 7"/>
          <p:cNvCxnSpPr/>
          <p:nvPr/>
        </p:nvCxnSpPr>
        <p:spPr bwMode="auto">
          <a:xfrm>
            <a:off x="4119825" y="1505087"/>
            <a:ext cx="0" cy="5164273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A960A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20" name="Picture 2">
            <a:extLst>
              <a:ext uri="{FF2B5EF4-FFF2-40B4-BE49-F238E27FC236}">
                <a16:creationId xmlns="" xmlns:a16="http://schemas.microsoft.com/office/drawing/2014/main" id="{0134CA7E-E2EE-FBBF-0830-17297AC7D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0127" y="37347"/>
            <a:ext cx="1411817" cy="1160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1816" y="2280231"/>
            <a:ext cx="5852172" cy="4389129"/>
          </a:xfrm>
          <a:prstGeom prst="rect">
            <a:avLst/>
          </a:prstGeom>
        </p:spPr>
      </p:pic>
      <p:sp>
        <p:nvSpPr>
          <p:cNvPr id="24" name="Rectangle : coins arrondis 29">
            <a:extLst>
              <a:ext uri="{FF2B5EF4-FFF2-40B4-BE49-F238E27FC236}">
                <a16:creationId xmlns:a16="http://schemas.microsoft.com/office/drawing/2014/main" xmlns="" id="{237980B8-414A-9B48-1996-2D348DCB3EDC}"/>
              </a:ext>
            </a:extLst>
          </p:cNvPr>
          <p:cNvSpPr/>
          <p:nvPr/>
        </p:nvSpPr>
        <p:spPr>
          <a:xfrm>
            <a:off x="883238" y="5237735"/>
            <a:ext cx="2561364" cy="114422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/>
              <a:t>Et </a:t>
            </a:r>
            <a:r>
              <a:rPr lang="fr-FR" sz="2400" b="1" dirty="0" smtClean="0"/>
              <a:t>si A est d</a:t>
            </a:r>
            <a:r>
              <a:rPr lang="fr-FR" sz="2400" b="1" dirty="0" smtClean="0"/>
              <a:t>’ordre 2 ?</a:t>
            </a:r>
            <a:endParaRPr lang="fr-FR" sz="2400" dirty="0"/>
          </a:p>
        </p:txBody>
      </p:sp>
      <p:pic>
        <p:nvPicPr>
          <p:cNvPr id="29" name="Image 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7562" y="3717032"/>
            <a:ext cx="3152716" cy="84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0158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CD8947E-CF0B-BAFC-441D-E166FAEFA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6414" y="1355512"/>
            <a:ext cx="3295793" cy="2471845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9776" y="3827357"/>
            <a:ext cx="3406139" cy="2554604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8062" y="1716735"/>
            <a:ext cx="5852172" cy="438912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="" xmlns:a16="http://schemas.microsoft.com/office/drawing/2014/main" id="{84D982B5-588A-ACD1-90DD-5DA68547A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 smtClean="0"/>
              <a:t>Système A d’ordre </a:t>
            </a:r>
            <a:r>
              <a:rPr lang="fr-FR" dirty="0" smtClean="0"/>
              <a:t>2</a:t>
            </a:r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E51B0318-645A-4346-80D5-23643D4D7FE1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C31C1B3B-7559-5351-5998-3E5C33CD98BE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18" name="Image 17" descr="Une image contenant texte, Police, capture d’écran, logo&#10;&#10;Le contenu généré par l’IA peut être incorrect.">
            <a:extLst>
              <a:ext uri="{FF2B5EF4-FFF2-40B4-BE49-F238E27FC236}">
                <a16:creationId xmlns="" xmlns:a16="http://schemas.microsoft.com/office/drawing/2014/main" id="{B2E34F05-74A9-4027-8664-BD2D3EA4FD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="" xmlns:a16="http://schemas.microsoft.com/office/drawing/2014/main" id="{EB03C951-EDC0-55B5-779A-5AF15750DCCB}"/>
              </a:ext>
            </a:extLst>
          </p:cNvPr>
          <p:cNvSpPr txBox="1"/>
          <p:nvPr/>
        </p:nvSpPr>
        <p:spPr>
          <a:xfrm>
            <a:off x="8832304" y="1166533"/>
            <a:ext cx="31476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i="1" dirty="0" smtClean="0">
                <a:latin typeface="+mj-lt"/>
              </a:rPr>
              <a:t>Systèmes asservis</a:t>
            </a:r>
            <a:endParaRPr lang="fr-FR" dirty="0">
              <a:latin typeface="+mj-lt"/>
            </a:endParaRPr>
          </a:p>
        </p:txBody>
      </p:sp>
      <p:pic>
        <p:nvPicPr>
          <p:cNvPr id="14" name="Imag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851" y="1522887"/>
            <a:ext cx="3496433" cy="2127647"/>
          </a:xfrm>
          <a:prstGeom prst="rect">
            <a:avLst/>
          </a:prstGeom>
        </p:spPr>
      </p:pic>
      <p:cxnSp>
        <p:nvCxnSpPr>
          <p:cNvPr id="8" name="Connecteur droit 7"/>
          <p:cNvCxnSpPr/>
          <p:nvPr/>
        </p:nvCxnSpPr>
        <p:spPr bwMode="auto">
          <a:xfrm>
            <a:off x="4119825" y="1505087"/>
            <a:ext cx="0" cy="5164273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A960A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20" name="Picture 2">
            <a:extLst>
              <a:ext uri="{FF2B5EF4-FFF2-40B4-BE49-F238E27FC236}">
                <a16:creationId xmlns="" xmlns:a16="http://schemas.microsoft.com/office/drawing/2014/main" id="{0134CA7E-E2EE-FBBF-0830-17297AC7D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0127" y="37347"/>
            <a:ext cx="1411817" cy="1160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ctangle : coins arrondis 29">
            <a:extLst>
              <a:ext uri="{FF2B5EF4-FFF2-40B4-BE49-F238E27FC236}">
                <a16:creationId xmlns:a16="http://schemas.microsoft.com/office/drawing/2014/main" xmlns="" id="{237980B8-414A-9B48-1996-2D348DCB3EDC}"/>
              </a:ext>
            </a:extLst>
          </p:cNvPr>
          <p:cNvSpPr/>
          <p:nvPr/>
        </p:nvSpPr>
        <p:spPr>
          <a:xfrm>
            <a:off x="883238" y="5237735"/>
            <a:ext cx="2561364" cy="114422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/>
              <a:t>Et </a:t>
            </a:r>
            <a:r>
              <a:rPr lang="fr-FR" sz="2400" b="1" dirty="0" smtClean="0"/>
              <a:t>si A est d</a:t>
            </a:r>
            <a:r>
              <a:rPr lang="fr-FR" sz="2400" b="1" dirty="0" smtClean="0"/>
              <a:t>’ordre 2 ?</a:t>
            </a:r>
            <a:endParaRPr lang="fr-FR" sz="2400" dirty="0"/>
          </a:p>
        </p:txBody>
      </p:sp>
      <p:pic>
        <p:nvPicPr>
          <p:cNvPr id="15" name="Imag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7562" y="3717032"/>
            <a:ext cx="3152716" cy="84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6213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1920718-9EF5-C5F7-274F-BFABE7E11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EE1E0D36-026A-009C-3E6A-206A0477DB7F}"/>
              </a:ext>
            </a:extLst>
          </p:cNvPr>
          <p:cNvSpPr/>
          <p:nvPr/>
        </p:nvSpPr>
        <p:spPr bwMode="auto">
          <a:xfrm>
            <a:off x="263352" y="133980"/>
            <a:ext cx="4464496" cy="135080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="" xmlns:a16="http://schemas.microsoft.com/office/drawing/2014/main" id="{034193B3-C2C4-DC9E-15A8-244D3DB201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130441"/>
            <a:ext cx="6621760" cy="1470025"/>
          </a:xfrm>
        </p:spPr>
        <p:txBody>
          <a:bodyPr/>
          <a:lstStyle/>
          <a:p>
            <a:r>
              <a:rPr lang="fr-FR" dirty="0" smtClean="0"/>
              <a:t>Système B d’Ordre 1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="" xmlns:a16="http://schemas.microsoft.com/office/drawing/2014/main" id="{E6BC6190-293A-41CD-A687-8578DEB0B4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86200"/>
            <a:ext cx="6621760" cy="1752600"/>
          </a:xfrm>
        </p:spPr>
        <p:txBody>
          <a:bodyPr/>
          <a:lstStyle/>
          <a:p>
            <a:r>
              <a:rPr lang="fr-FR" sz="2000" dirty="0" smtClean="0"/>
              <a:t>Exercice 3</a:t>
            </a:r>
            <a:endParaRPr lang="fr-FR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318D5760-1554-B6C3-7490-60F978FEDF8D}"/>
              </a:ext>
            </a:extLst>
          </p:cNvPr>
          <p:cNvSpPr/>
          <p:nvPr/>
        </p:nvSpPr>
        <p:spPr bwMode="auto">
          <a:xfrm>
            <a:off x="7873322" y="369121"/>
            <a:ext cx="4011764" cy="204328"/>
          </a:xfrm>
          <a:prstGeom prst="rect">
            <a:avLst/>
          </a:prstGeom>
          <a:solidFill>
            <a:srgbClr val="FF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68528827-0514-DCE3-871E-BD7314C85DF0}"/>
              </a:ext>
            </a:extLst>
          </p:cNvPr>
          <p:cNvSpPr/>
          <p:nvPr/>
        </p:nvSpPr>
        <p:spPr bwMode="auto">
          <a:xfrm>
            <a:off x="6960096" y="641136"/>
            <a:ext cx="5163892" cy="91128"/>
          </a:xfrm>
          <a:prstGeom prst="rect">
            <a:avLst/>
          </a:prstGeom>
          <a:solidFill>
            <a:srgbClr val="22226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6DE22D50-E896-722A-E12B-F88E0016B79C}"/>
              </a:ext>
            </a:extLst>
          </p:cNvPr>
          <p:cNvSpPr/>
          <p:nvPr/>
        </p:nvSpPr>
        <p:spPr bwMode="auto">
          <a:xfrm>
            <a:off x="1487488" y="5434472"/>
            <a:ext cx="3744416" cy="204328"/>
          </a:xfrm>
          <a:prstGeom prst="rect">
            <a:avLst/>
          </a:prstGeom>
          <a:solidFill>
            <a:srgbClr val="FF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7936920F-CB73-1592-7533-A1211D387C75}"/>
              </a:ext>
            </a:extLst>
          </p:cNvPr>
          <p:cNvSpPr/>
          <p:nvPr/>
        </p:nvSpPr>
        <p:spPr bwMode="auto">
          <a:xfrm>
            <a:off x="1267286" y="5301208"/>
            <a:ext cx="6124857" cy="66688"/>
          </a:xfrm>
          <a:prstGeom prst="rect">
            <a:avLst/>
          </a:prstGeom>
          <a:solidFill>
            <a:srgbClr val="22226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15" name="Image 14" descr="Une image contenant texte, Police, capture d’écran, logo&#10;&#10;Le contenu généré par l’IA peut être incorrect.">
            <a:extLst>
              <a:ext uri="{FF2B5EF4-FFF2-40B4-BE49-F238E27FC236}">
                <a16:creationId xmlns="" xmlns:a16="http://schemas.microsoft.com/office/drawing/2014/main" id="{4BE0D933-BF5E-40DD-82BB-986E45C83B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9491" y="2042210"/>
            <a:ext cx="3861169" cy="1646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0952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CD8947E-CF0B-BAFC-441D-E166FAEFA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84D982B5-588A-ACD1-90DD-5DA68547A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Système </a:t>
            </a:r>
            <a:r>
              <a:rPr lang="fr-FR" dirty="0" smtClean="0"/>
              <a:t>B </a:t>
            </a:r>
            <a:r>
              <a:rPr lang="fr-FR" dirty="0" smtClean="0"/>
              <a:t>d’ordre 1</a:t>
            </a:r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E51B0318-645A-4346-80D5-23643D4D7FE1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C31C1B3B-7559-5351-5998-3E5C33CD98BE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18" name="Image 17" descr="Une image contenant texte, Police, capture d’écran, logo&#10;&#10;Le contenu généré par l’IA peut être incorrect.">
            <a:extLst>
              <a:ext uri="{FF2B5EF4-FFF2-40B4-BE49-F238E27FC236}">
                <a16:creationId xmlns="" xmlns:a16="http://schemas.microsoft.com/office/drawing/2014/main" id="{B2E34F05-74A9-4027-8664-BD2D3EA4FD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="" xmlns:a16="http://schemas.microsoft.com/office/drawing/2014/main" id="{EB03C951-EDC0-55B5-779A-5AF15750DCCB}"/>
              </a:ext>
            </a:extLst>
          </p:cNvPr>
          <p:cNvSpPr txBox="1"/>
          <p:nvPr/>
        </p:nvSpPr>
        <p:spPr>
          <a:xfrm>
            <a:off x="8832304" y="1166533"/>
            <a:ext cx="31476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i="1" dirty="0" smtClean="0">
                <a:latin typeface="+mj-lt"/>
              </a:rPr>
              <a:t>Systèmes asservis</a:t>
            </a:r>
            <a:endParaRPr lang="fr-FR" dirty="0">
              <a:latin typeface="+mj-lt"/>
            </a:endParaRPr>
          </a:p>
        </p:txBody>
      </p:sp>
      <p:pic>
        <p:nvPicPr>
          <p:cNvPr id="14" name="Imag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851" y="1522887"/>
            <a:ext cx="3496433" cy="2127647"/>
          </a:xfrm>
          <a:prstGeom prst="rect">
            <a:avLst/>
          </a:prstGeom>
        </p:spPr>
      </p:pic>
      <p:cxnSp>
        <p:nvCxnSpPr>
          <p:cNvPr id="8" name="Connecteur droit 7"/>
          <p:cNvCxnSpPr/>
          <p:nvPr/>
        </p:nvCxnSpPr>
        <p:spPr bwMode="auto">
          <a:xfrm>
            <a:off x="4119825" y="1505087"/>
            <a:ext cx="0" cy="5164273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A960A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0" name="Imag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408" y="4725144"/>
            <a:ext cx="3124448" cy="837270"/>
          </a:xfrm>
          <a:prstGeom prst="rect">
            <a:avLst/>
          </a:prstGeom>
        </p:spPr>
      </p:pic>
      <p:pic>
        <p:nvPicPr>
          <p:cNvPr id="20" name="Picture 2">
            <a:extLst>
              <a:ext uri="{FF2B5EF4-FFF2-40B4-BE49-F238E27FC236}">
                <a16:creationId xmlns="" xmlns:a16="http://schemas.microsoft.com/office/drawing/2014/main" id="{0134CA7E-E2EE-FBBF-0830-17297AC7D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0127" y="37347"/>
            <a:ext cx="1411817" cy="1160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4151" y="1528855"/>
            <a:ext cx="2581929" cy="683191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03999" y="2246152"/>
            <a:ext cx="1819993" cy="439309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2722" y="1693702"/>
            <a:ext cx="4667250" cy="1104900"/>
          </a:xfrm>
          <a:prstGeom prst="rect">
            <a:avLst/>
          </a:prstGeom>
        </p:spPr>
      </p:pic>
      <p:pic>
        <p:nvPicPr>
          <p:cNvPr id="17" name="Imag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9896" y="3590845"/>
            <a:ext cx="5819775" cy="1247775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347795" y="3217451"/>
            <a:ext cx="486062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FA960A"/>
                </a:solidFill>
                <a:latin typeface="+mj-lt"/>
              </a:rPr>
              <a:t>Forme Canonique </a:t>
            </a:r>
            <a:r>
              <a:rPr lang="fr-FR" b="1" dirty="0" smtClean="0">
                <a:solidFill>
                  <a:srgbClr val="FA960A"/>
                </a:solidFill>
                <a:latin typeface="+mj-lt"/>
                <a:sym typeface="Wingdings" panose="05000000000000000000" pitchFamily="2" charset="2"/>
              </a:rPr>
              <a:t> Système du premier ordre</a:t>
            </a:r>
            <a:endParaRPr lang="fr-FR" b="1" dirty="0">
              <a:solidFill>
                <a:srgbClr val="FA960A"/>
              </a:solidFill>
              <a:latin typeface="+mj-lt"/>
            </a:endParaRPr>
          </a:p>
        </p:txBody>
      </p:sp>
      <p:pic>
        <p:nvPicPr>
          <p:cNvPr id="25" name="Image 2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32304" y="5562414"/>
            <a:ext cx="2971800" cy="1085850"/>
          </a:xfrm>
          <a:prstGeom prst="rect">
            <a:avLst/>
          </a:prstGeom>
        </p:spPr>
      </p:pic>
      <p:pic>
        <p:nvPicPr>
          <p:cNvPr id="26" name="Image 2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13995" y="5562414"/>
            <a:ext cx="2924175" cy="1076325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5819304" y="5223860"/>
            <a:ext cx="151355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222268"/>
                </a:solidFill>
                <a:latin typeface="+mj-lt"/>
              </a:rPr>
              <a:t>Gain statique</a:t>
            </a:r>
            <a:endParaRPr lang="fr-FR" b="1" dirty="0">
              <a:solidFill>
                <a:srgbClr val="222268"/>
              </a:solidFill>
              <a:latin typeface="+mj-lt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9219986" y="5221548"/>
            <a:ext cx="21964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222268"/>
                </a:solidFill>
                <a:latin typeface="+mj-lt"/>
              </a:rPr>
              <a:t>Constante de temps</a:t>
            </a:r>
            <a:endParaRPr lang="fr-FR" b="1" dirty="0">
              <a:solidFill>
                <a:srgbClr val="222268"/>
              </a:solidFill>
              <a:latin typeface="+mj-lt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2207568" y="3831614"/>
            <a:ext cx="4752528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fr-FR" sz="3600" dirty="0" smtClean="0"/>
              <a:t>TO DO !!!</a:t>
            </a:r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1291448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CD8947E-CF0B-BAFC-441D-E166FAEFA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6414" y="1355512"/>
            <a:ext cx="3295793" cy="2471845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9776" y="3827357"/>
            <a:ext cx="3406139" cy="2554604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8062" y="1716735"/>
            <a:ext cx="5852172" cy="438912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="" xmlns:a16="http://schemas.microsoft.com/office/drawing/2014/main" id="{84D982B5-588A-ACD1-90DD-5DA68547A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 smtClean="0"/>
              <a:t>Système </a:t>
            </a:r>
            <a:r>
              <a:rPr lang="fr-FR" dirty="0" smtClean="0"/>
              <a:t>B </a:t>
            </a:r>
            <a:r>
              <a:rPr lang="fr-FR" dirty="0" smtClean="0"/>
              <a:t>d’ordre </a:t>
            </a:r>
            <a:r>
              <a:rPr lang="fr-FR" dirty="0" smtClean="0"/>
              <a:t>2</a:t>
            </a:r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E51B0318-645A-4346-80D5-23643D4D7FE1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C31C1B3B-7559-5351-5998-3E5C33CD98BE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18" name="Image 17" descr="Une image contenant texte, Police, capture d’écran, logo&#10;&#10;Le contenu généré par l’IA peut être incorrect.">
            <a:extLst>
              <a:ext uri="{FF2B5EF4-FFF2-40B4-BE49-F238E27FC236}">
                <a16:creationId xmlns="" xmlns:a16="http://schemas.microsoft.com/office/drawing/2014/main" id="{B2E34F05-74A9-4027-8664-BD2D3EA4FD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="" xmlns:a16="http://schemas.microsoft.com/office/drawing/2014/main" id="{EB03C951-EDC0-55B5-779A-5AF15750DCCB}"/>
              </a:ext>
            </a:extLst>
          </p:cNvPr>
          <p:cNvSpPr txBox="1"/>
          <p:nvPr/>
        </p:nvSpPr>
        <p:spPr>
          <a:xfrm>
            <a:off x="8832304" y="1166533"/>
            <a:ext cx="31476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i="1" dirty="0" smtClean="0">
                <a:latin typeface="+mj-lt"/>
              </a:rPr>
              <a:t>Systèmes asservis</a:t>
            </a:r>
            <a:endParaRPr lang="fr-FR" dirty="0">
              <a:latin typeface="+mj-lt"/>
            </a:endParaRPr>
          </a:p>
        </p:txBody>
      </p:sp>
      <p:pic>
        <p:nvPicPr>
          <p:cNvPr id="14" name="Imag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851" y="1522887"/>
            <a:ext cx="3496433" cy="2127647"/>
          </a:xfrm>
          <a:prstGeom prst="rect">
            <a:avLst/>
          </a:prstGeom>
        </p:spPr>
      </p:pic>
      <p:cxnSp>
        <p:nvCxnSpPr>
          <p:cNvPr id="8" name="Connecteur droit 7"/>
          <p:cNvCxnSpPr/>
          <p:nvPr/>
        </p:nvCxnSpPr>
        <p:spPr bwMode="auto">
          <a:xfrm>
            <a:off x="4119825" y="1505087"/>
            <a:ext cx="0" cy="5164273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A960A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20" name="Picture 2">
            <a:extLst>
              <a:ext uri="{FF2B5EF4-FFF2-40B4-BE49-F238E27FC236}">
                <a16:creationId xmlns="" xmlns:a16="http://schemas.microsoft.com/office/drawing/2014/main" id="{0134CA7E-E2EE-FBBF-0830-17297AC7D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0127" y="37347"/>
            <a:ext cx="1411817" cy="1160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7562" y="3717032"/>
            <a:ext cx="3152716" cy="844845"/>
          </a:xfrm>
          <a:prstGeom prst="rect">
            <a:avLst/>
          </a:prstGeom>
        </p:spPr>
      </p:pic>
      <p:sp>
        <p:nvSpPr>
          <p:cNvPr id="16" name="ZoneTexte 15"/>
          <p:cNvSpPr txBox="1"/>
          <p:nvPr/>
        </p:nvSpPr>
        <p:spPr>
          <a:xfrm>
            <a:off x="2207568" y="3831614"/>
            <a:ext cx="4752528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fr-FR" sz="3600" dirty="0" smtClean="0"/>
              <a:t>TO DO !!!</a:t>
            </a:r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28230935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1920718-9EF5-C5F7-274F-BFABE7E11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EE1E0D36-026A-009C-3E6A-206A0477DB7F}"/>
              </a:ext>
            </a:extLst>
          </p:cNvPr>
          <p:cNvSpPr/>
          <p:nvPr/>
        </p:nvSpPr>
        <p:spPr bwMode="auto">
          <a:xfrm>
            <a:off x="263352" y="133980"/>
            <a:ext cx="4464496" cy="135080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="" xmlns:a16="http://schemas.microsoft.com/office/drawing/2014/main" id="{034193B3-C2C4-DC9E-15A8-244D3DB201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130441"/>
            <a:ext cx="6621760" cy="1470025"/>
          </a:xfrm>
        </p:spPr>
        <p:txBody>
          <a:bodyPr/>
          <a:lstStyle/>
          <a:p>
            <a:r>
              <a:rPr lang="fr-FR" dirty="0" smtClean="0"/>
              <a:t>Correcteur P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="" xmlns:a16="http://schemas.microsoft.com/office/drawing/2014/main" id="{E6BC6190-293A-41CD-A687-8578DEB0B4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86200"/>
            <a:ext cx="6621760" cy="1752600"/>
          </a:xfrm>
        </p:spPr>
        <p:txBody>
          <a:bodyPr/>
          <a:lstStyle/>
          <a:p>
            <a:r>
              <a:rPr lang="fr-FR" sz="2000" dirty="0" smtClean="0"/>
              <a:t>Exercice 4</a:t>
            </a:r>
            <a:endParaRPr lang="fr-FR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318D5760-1554-B6C3-7490-60F978FEDF8D}"/>
              </a:ext>
            </a:extLst>
          </p:cNvPr>
          <p:cNvSpPr/>
          <p:nvPr/>
        </p:nvSpPr>
        <p:spPr bwMode="auto">
          <a:xfrm>
            <a:off x="7873322" y="369121"/>
            <a:ext cx="4011764" cy="204328"/>
          </a:xfrm>
          <a:prstGeom prst="rect">
            <a:avLst/>
          </a:prstGeom>
          <a:solidFill>
            <a:srgbClr val="FF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68528827-0514-DCE3-871E-BD7314C85DF0}"/>
              </a:ext>
            </a:extLst>
          </p:cNvPr>
          <p:cNvSpPr/>
          <p:nvPr/>
        </p:nvSpPr>
        <p:spPr bwMode="auto">
          <a:xfrm>
            <a:off x="6960096" y="641136"/>
            <a:ext cx="5163892" cy="91128"/>
          </a:xfrm>
          <a:prstGeom prst="rect">
            <a:avLst/>
          </a:prstGeom>
          <a:solidFill>
            <a:srgbClr val="22226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6DE22D50-E896-722A-E12B-F88E0016B79C}"/>
              </a:ext>
            </a:extLst>
          </p:cNvPr>
          <p:cNvSpPr/>
          <p:nvPr/>
        </p:nvSpPr>
        <p:spPr bwMode="auto">
          <a:xfrm>
            <a:off x="1487488" y="5434472"/>
            <a:ext cx="3744416" cy="204328"/>
          </a:xfrm>
          <a:prstGeom prst="rect">
            <a:avLst/>
          </a:prstGeom>
          <a:solidFill>
            <a:srgbClr val="FF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7936920F-CB73-1592-7533-A1211D387C75}"/>
              </a:ext>
            </a:extLst>
          </p:cNvPr>
          <p:cNvSpPr/>
          <p:nvPr/>
        </p:nvSpPr>
        <p:spPr bwMode="auto">
          <a:xfrm>
            <a:off x="1267286" y="5301208"/>
            <a:ext cx="6124857" cy="66688"/>
          </a:xfrm>
          <a:prstGeom prst="rect">
            <a:avLst/>
          </a:prstGeom>
          <a:solidFill>
            <a:srgbClr val="22226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15" name="Image 14" descr="Une image contenant texte, Police, capture d’écran, logo&#10;&#10;Le contenu généré par l’IA peut être incorrect.">
            <a:extLst>
              <a:ext uri="{FF2B5EF4-FFF2-40B4-BE49-F238E27FC236}">
                <a16:creationId xmlns="" xmlns:a16="http://schemas.microsoft.com/office/drawing/2014/main" id="{4BE0D933-BF5E-40DD-82BB-986E45C83B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9491" y="2042210"/>
            <a:ext cx="3861169" cy="1646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2900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CD8947E-CF0B-BAFC-441D-E166FAEFA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84D982B5-588A-ACD1-90DD-5DA68547A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 smtClean="0"/>
              <a:t>Correcteur Proportionnel</a:t>
            </a:r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E51B0318-645A-4346-80D5-23643D4D7FE1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C31C1B3B-7559-5351-5998-3E5C33CD98BE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18" name="Image 17" descr="Une image contenant texte, Police, capture d’écran, logo&#10;&#10;Le contenu généré par l’IA peut être incorrect.">
            <a:extLst>
              <a:ext uri="{FF2B5EF4-FFF2-40B4-BE49-F238E27FC236}">
                <a16:creationId xmlns="" xmlns:a16="http://schemas.microsoft.com/office/drawing/2014/main" id="{B2E34F05-74A9-4027-8664-BD2D3EA4FD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="" xmlns:a16="http://schemas.microsoft.com/office/drawing/2014/main" id="{EB03C951-EDC0-55B5-779A-5AF15750DCCB}"/>
              </a:ext>
            </a:extLst>
          </p:cNvPr>
          <p:cNvSpPr txBox="1"/>
          <p:nvPr/>
        </p:nvSpPr>
        <p:spPr>
          <a:xfrm>
            <a:off x="8832304" y="1166533"/>
            <a:ext cx="31476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i="1" dirty="0" smtClean="0">
                <a:latin typeface="+mj-lt"/>
              </a:rPr>
              <a:t>Systèmes asservis</a:t>
            </a:r>
            <a:endParaRPr lang="fr-FR" dirty="0">
              <a:latin typeface="+mj-lt"/>
            </a:endParaRPr>
          </a:p>
        </p:txBody>
      </p:sp>
      <p:cxnSp>
        <p:nvCxnSpPr>
          <p:cNvPr id="8" name="Connecteur droit 7"/>
          <p:cNvCxnSpPr/>
          <p:nvPr/>
        </p:nvCxnSpPr>
        <p:spPr bwMode="auto">
          <a:xfrm>
            <a:off x="4119825" y="1505087"/>
            <a:ext cx="0" cy="5164273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A960A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20" name="Picture 2">
            <a:extLst>
              <a:ext uri="{FF2B5EF4-FFF2-40B4-BE49-F238E27FC236}">
                <a16:creationId xmlns="" xmlns:a16="http://schemas.microsoft.com/office/drawing/2014/main" id="{0134CA7E-E2EE-FBBF-0830-17297AC7D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0127" y="37347"/>
            <a:ext cx="1411817" cy="1160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4175" y="1458151"/>
            <a:ext cx="2221889" cy="587923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6948" y="2058054"/>
            <a:ext cx="1615305" cy="389902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347795" y="3217451"/>
            <a:ext cx="486062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FA960A"/>
                </a:solidFill>
                <a:latin typeface="+mj-lt"/>
              </a:rPr>
              <a:t>Forme Canonique </a:t>
            </a:r>
            <a:r>
              <a:rPr lang="fr-FR" b="1" dirty="0" smtClean="0">
                <a:solidFill>
                  <a:srgbClr val="FA960A"/>
                </a:solidFill>
                <a:latin typeface="+mj-lt"/>
                <a:sym typeface="Wingdings" panose="05000000000000000000" pitchFamily="2" charset="2"/>
              </a:rPr>
              <a:t> Système du premier ordre</a:t>
            </a:r>
            <a:endParaRPr lang="fr-FR" b="1" dirty="0">
              <a:solidFill>
                <a:srgbClr val="FA960A"/>
              </a:solidFill>
              <a:latin typeface="+mj-lt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819304" y="5223860"/>
            <a:ext cx="151355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222268"/>
                </a:solidFill>
                <a:latin typeface="+mj-lt"/>
              </a:rPr>
              <a:t>Gain statique</a:t>
            </a:r>
            <a:endParaRPr lang="fr-FR" b="1" dirty="0">
              <a:solidFill>
                <a:srgbClr val="222268"/>
              </a:solidFill>
              <a:latin typeface="+mj-lt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9219986" y="5221548"/>
            <a:ext cx="21964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222268"/>
                </a:solidFill>
                <a:latin typeface="+mj-lt"/>
              </a:rPr>
              <a:t>Constante de temps</a:t>
            </a:r>
            <a:endParaRPr lang="fr-FR" b="1" dirty="0">
              <a:solidFill>
                <a:srgbClr val="222268"/>
              </a:solidFill>
              <a:latin typeface="+mj-lt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589" y="4833229"/>
            <a:ext cx="3627150" cy="776637"/>
          </a:xfrm>
          <a:prstGeom prst="rect">
            <a:avLst/>
          </a:prstGeom>
        </p:spPr>
      </p:pic>
      <p:pic>
        <p:nvPicPr>
          <p:cNvPr id="21" name="Image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2982" y="1688898"/>
            <a:ext cx="3662670" cy="1561841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46948" y="2494794"/>
            <a:ext cx="1620357" cy="431031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56116" y="1721253"/>
            <a:ext cx="5076825" cy="1076325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80175" y="3595576"/>
            <a:ext cx="6553200" cy="1276350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25584" y="5631569"/>
            <a:ext cx="3072645" cy="983595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80175" y="5628544"/>
            <a:ext cx="3117191" cy="94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7881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CD8947E-CF0B-BAFC-441D-E166FAEFA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84D982B5-588A-ACD1-90DD-5DA68547A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 smtClean="0"/>
              <a:t>Correcteur Proportionnel</a:t>
            </a:r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E51B0318-645A-4346-80D5-23643D4D7FE1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C31C1B3B-7559-5351-5998-3E5C33CD98BE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18" name="Image 17" descr="Une image contenant texte, Police, capture d’écran, logo&#10;&#10;Le contenu généré par l’IA peut être incorrect.">
            <a:extLst>
              <a:ext uri="{FF2B5EF4-FFF2-40B4-BE49-F238E27FC236}">
                <a16:creationId xmlns="" xmlns:a16="http://schemas.microsoft.com/office/drawing/2014/main" id="{B2E34F05-74A9-4027-8664-BD2D3EA4FD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="" xmlns:a16="http://schemas.microsoft.com/office/drawing/2014/main" id="{EB03C951-EDC0-55B5-779A-5AF15750DCCB}"/>
              </a:ext>
            </a:extLst>
          </p:cNvPr>
          <p:cNvSpPr txBox="1"/>
          <p:nvPr/>
        </p:nvSpPr>
        <p:spPr>
          <a:xfrm>
            <a:off x="8832304" y="1166533"/>
            <a:ext cx="31476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i="1" dirty="0" smtClean="0">
                <a:latin typeface="+mj-lt"/>
              </a:rPr>
              <a:t>Systèmes asservis</a:t>
            </a:r>
            <a:endParaRPr lang="fr-FR" dirty="0">
              <a:latin typeface="+mj-lt"/>
            </a:endParaRPr>
          </a:p>
        </p:txBody>
      </p:sp>
      <p:cxnSp>
        <p:nvCxnSpPr>
          <p:cNvPr id="8" name="Connecteur droit 7"/>
          <p:cNvCxnSpPr/>
          <p:nvPr/>
        </p:nvCxnSpPr>
        <p:spPr bwMode="auto">
          <a:xfrm>
            <a:off x="4119825" y="1505087"/>
            <a:ext cx="0" cy="5164273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A960A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20" name="Picture 2">
            <a:extLst>
              <a:ext uri="{FF2B5EF4-FFF2-40B4-BE49-F238E27FC236}">
                <a16:creationId xmlns="" xmlns:a16="http://schemas.microsoft.com/office/drawing/2014/main" id="{0134CA7E-E2EE-FBBF-0830-17297AC7D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0127" y="37347"/>
            <a:ext cx="1411817" cy="1160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4175" y="1458151"/>
            <a:ext cx="2221889" cy="587923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6948" y="2058054"/>
            <a:ext cx="1615305" cy="389902"/>
          </a:xfrm>
          <a:prstGeom prst="rect">
            <a:avLst/>
          </a:prstGeom>
        </p:spPr>
      </p:pic>
      <p:pic>
        <p:nvPicPr>
          <p:cNvPr id="21" name="Imag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2982" y="1688898"/>
            <a:ext cx="3662670" cy="1561841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46948" y="2494794"/>
            <a:ext cx="1620357" cy="431031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4132" y="5902287"/>
            <a:ext cx="2568077" cy="822076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2787" y="4609653"/>
            <a:ext cx="2495548" cy="755795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564131" y="3876178"/>
            <a:ext cx="275267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FA960A"/>
                </a:solidFill>
                <a:latin typeface="+mj-lt"/>
                <a:sym typeface="Wingdings" panose="05000000000000000000" pitchFamily="2" charset="2"/>
              </a:rPr>
              <a:t>Système du premier ordre</a:t>
            </a:r>
            <a:endParaRPr lang="fr-FR" b="1" dirty="0">
              <a:solidFill>
                <a:srgbClr val="FA960A"/>
              </a:solidFill>
              <a:latin typeface="+mj-lt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81676" y="4271099"/>
            <a:ext cx="151355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222268"/>
                </a:solidFill>
                <a:latin typeface="+mj-lt"/>
              </a:rPr>
              <a:t>Gain statique</a:t>
            </a:r>
            <a:endParaRPr lang="fr-FR" b="1" dirty="0">
              <a:solidFill>
                <a:srgbClr val="222268"/>
              </a:solidFill>
              <a:latin typeface="+mj-lt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81676" y="5454430"/>
            <a:ext cx="21964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222268"/>
                </a:solidFill>
                <a:latin typeface="+mj-lt"/>
              </a:rPr>
              <a:t>Constante de temps</a:t>
            </a:r>
            <a:endParaRPr lang="fr-FR" b="1" dirty="0">
              <a:solidFill>
                <a:srgbClr val="222268"/>
              </a:solidFill>
              <a:latin typeface="+mj-lt"/>
            </a:endParaRP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6217" y="2271599"/>
            <a:ext cx="6115201" cy="458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9196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CD8947E-CF0B-BAFC-441D-E166FAEFA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84D982B5-588A-ACD1-90DD-5DA68547A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 smtClean="0"/>
              <a:t>Correcteur Proportionnel</a:t>
            </a:r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E51B0318-645A-4346-80D5-23643D4D7FE1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C31C1B3B-7559-5351-5998-3E5C33CD98BE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18" name="Image 17" descr="Une image contenant texte, Police, capture d’écran, logo&#10;&#10;Le contenu généré par l’IA peut être incorrect.">
            <a:extLst>
              <a:ext uri="{FF2B5EF4-FFF2-40B4-BE49-F238E27FC236}">
                <a16:creationId xmlns="" xmlns:a16="http://schemas.microsoft.com/office/drawing/2014/main" id="{B2E34F05-74A9-4027-8664-BD2D3EA4FD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="" xmlns:a16="http://schemas.microsoft.com/office/drawing/2014/main" id="{EB03C951-EDC0-55B5-779A-5AF15750DCCB}"/>
              </a:ext>
            </a:extLst>
          </p:cNvPr>
          <p:cNvSpPr txBox="1"/>
          <p:nvPr/>
        </p:nvSpPr>
        <p:spPr>
          <a:xfrm>
            <a:off x="8832304" y="1166533"/>
            <a:ext cx="31476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i="1" dirty="0" smtClean="0">
                <a:latin typeface="+mj-lt"/>
              </a:rPr>
              <a:t>Systèmes asservis</a:t>
            </a:r>
            <a:endParaRPr lang="fr-FR" dirty="0">
              <a:latin typeface="+mj-lt"/>
            </a:endParaRPr>
          </a:p>
        </p:txBody>
      </p:sp>
      <p:cxnSp>
        <p:nvCxnSpPr>
          <p:cNvPr id="8" name="Connecteur droit 7"/>
          <p:cNvCxnSpPr/>
          <p:nvPr/>
        </p:nvCxnSpPr>
        <p:spPr bwMode="auto">
          <a:xfrm>
            <a:off x="4119825" y="1505087"/>
            <a:ext cx="0" cy="5164273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A960A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20" name="Picture 2">
            <a:extLst>
              <a:ext uri="{FF2B5EF4-FFF2-40B4-BE49-F238E27FC236}">
                <a16:creationId xmlns="" xmlns:a16="http://schemas.microsoft.com/office/drawing/2014/main" id="{0134CA7E-E2EE-FBBF-0830-17297AC7D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0127" y="37347"/>
            <a:ext cx="1411817" cy="1160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4175" y="1458151"/>
            <a:ext cx="2221889" cy="587923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6948" y="2058054"/>
            <a:ext cx="1615305" cy="389902"/>
          </a:xfrm>
          <a:prstGeom prst="rect">
            <a:avLst/>
          </a:prstGeom>
        </p:spPr>
      </p:pic>
      <p:pic>
        <p:nvPicPr>
          <p:cNvPr id="21" name="Imag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2982" y="1688898"/>
            <a:ext cx="3662670" cy="1561841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46948" y="2494794"/>
            <a:ext cx="1620357" cy="431031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4132" y="5902287"/>
            <a:ext cx="2568077" cy="822076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2787" y="4609653"/>
            <a:ext cx="2495548" cy="755795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564131" y="3876178"/>
            <a:ext cx="275267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FA960A"/>
                </a:solidFill>
                <a:latin typeface="+mj-lt"/>
                <a:sym typeface="Wingdings" panose="05000000000000000000" pitchFamily="2" charset="2"/>
              </a:rPr>
              <a:t>Système du premier ordre</a:t>
            </a:r>
            <a:endParaRPr lang="fr-FR" b="1" dirty="0">
              <a:solidFill>
                <a:srgbClr val="FA960A"/>
              </a:solidFill>
              <a:latin typeface="+mj-lt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81676" y="4271099"/>
            <a:ext cx="151355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222268"/>
                </a:solidFill>
                <a:latin typeface="+mj-lt"/>
              </a:rPr>
              <a:t>Gain statique</a:t>
            </a:r>
            <a:endParaRPr lang="fr-FR" b="1" dirty="0">
              <a:solidFill>
                <a:srgbClr val="222268"/>
              </a:solidFill>
              <a:latin typeface="+mj-lt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81676" y="5454430"/>
            <a:ext cx="21964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222268"/>
                </a:solidFill>
                <a:latin typeface="+mj-lt"/>
              </a:rPr>
              <a:t>Constante de temps</a:t>
            </a:r>
            <a:endParaRPr lang="fr-FR" b="1" dirty="0">
              <a:solidFill>
                <a:srgbClr val="222268"/>
              </a:solidFill>
              <a:latin typeface="+mj-lt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7800" y="2335234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9657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CD8947E-CF0B-BAFC-441D-E166FAEFA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84D982B5-588A-ACD1-90DD-5DA68547A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 smtClean="0"/>
              <a:t>Correcteur Proportionnel</a:t>
            </a:r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E51B0318-645A-4346-80D5-23643D4D7FE1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C31C1B3B-7559-5351-5998-3E5C33CD98BE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18" name="Image 17" descr="Une image contenant texte, Police, capture d’écran, logo&#10;&#10;Le contenu généré par l’IA peut être incorrect.">
            <a:extLst>
              <a:ext uri="{FF2B5EF4-FFF2-40B4-BE49-F238E27FC236}">
                <a16:creationId xmlns="" xmlns:a16="http://schemas.microsoft.com/office/drawing/2014/main" id="{B2E34F05-74A9-4027-8664-BD2D3EA4FD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="" xmlns:a16="http://schemas.microsoft.com/office/drawing/2014/main" id="{EB03C951-EDC0-55B5-779A-5AF15750DCCB}"/>
              </a:ext>
            </a:extLst>
          </p:cNvPr>
          <p:cNvSpPr txBox="1"/>
          <p:nvPr/>
        </p:nvSpPr>
        <p:spPr>
          <a:xfrm>
            <a:off x="8832304" y="1166533"/>
            <a:ext cx="31476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i="1" dirty="0" smtClean="0">
                <a:latin typeface="+mj-lt"/>
              </a:rPr>
              <a:t>Systèmes asservis</a:t>
            </a:r>
            <a:endParaRPr lang="fr-FR" dirty="0">
              <a:latin typeface="+mj-lt"/>
            </a:endParaRPr>
          </a:p>
        </p:txBody>
      </p:sp>
      <p:cxnSp>
        <p:nvCxnSpPr>
          <p:cNvPr id="8" name="Connecteur droit 7"/>
          <p:cNvCxnSpPr/>
          <p:nvPr/>
        </p:nvCxnSpPr>
        <p:spPr bwMode="auto">
          <a:xfrm>
            <a:off x="4119825" y="1505087"/>
            <a:ext cx="0" cy="5164273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A960A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20" name="Picture 2">
            <a:extLst>
              <a:ext uri="{FF2B5EF4-FFF2-40B4-BE49-F238E27FC236}">
                <a16:creationId xmlns="" xmlns:a16="http://schemas.microsoft.com/office/drawing/2014/main" id="{0134CA7E-E2EE-FBBF-0830-17297AC7D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0127" y="37347"/>
            <a:ext cx="1411817" cy="1160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4175" y="1458151"/>
            <a:ext cx="2221889" cy="587923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6948" y="2058054"/>
            <a:ext cx="1615305" cy="389902"/>
          </a:xfrm>
          <a:prstGeom prst="rect">
            <a:avLst/>
          </a:prstGeom>
        </p:spPr>
      </p:pic>
      <p:pic>
        <p:nvPicPr>
          <p:cNvPr id="21" name="Imag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2982" y="1688898"/>
            <a:ext cx="3662670" cy="1561841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46948" y="2494794"/>
            <a:ext cx="1620357" cy="431031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4132" y="5902287"/>
            <a:ext cx="2568077" cy="822076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2787" y="4609653"/>
            <a:ext cx="2495548" cy="755795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564131" y="3876178"/>
            <a:ext cx="275267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FA960A"/>
                </a:solidFill>
                <a:latin typeface="+mj-lt"/>
                <a:sym typeface="Wingdings" panose="05000000000000000000" pitchFamily="2" charset="2"/>
              </a:rPr>
              <a:t>Système du premier ordre</a:t>
            </a:r>
            <a:endParaRPr lang="fr-FR" b="1" dirty="0">
              <a:solidFill>
                <a:srgbClr val="FA960A"/>
              </a:solidFill>
              <a:latin typeface="+mj-lt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81676" y="4271099"/>
            <a:ext cx="151355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222268"/>
                </a:solidFill>
                <a:latin typeface="+mj-lt"/>
              </a:rPr>
              <a:t>Gain statique</a:t>
            </a:r>
            <a:endParaRPr lang="fr-FR" b="1" dirty="0">
              <a:solidFill>
                <a:srgbClr val="222268"/>
              </a:solidFill>
              <a:latin typeface="+mj-lt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81676" y="5454430"/>
            <a:ext cx="21964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222268"/>
                </a:solidFill>
                <a:latin typeface="+mj-lt"/>
              </a:rPr>
              <a:t>Constante de temps</a:t>
            </a:r>
            <a:endParaRPr lang="fr-FR" b="1" dirty="0">
              <a:solidFill>
                <a:srgbClr val="222268"/>
              </a:solidFill>
              <a:latin typeface="+mj-lt"/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1816" y="2315929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7909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1920718-9EF5-C5F7-274F-BFABE7E11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EE1E0D36-026A-009C-3E6A-206A0477DB7F}"/>
              </a:ext>
            </a:extLst>
          </p:cNvPr>
          <p:cNvSpPr/>
          <p:nvPr/>
        </p:nvSpPr>
        <p:spPr bwMode="auto">
          <a:xfrm>
            <a:off x="263352" y="133980"/>
            <a:ext cx="4464496" cy="135080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="" xmlns:a16="http://schemas.microsoft.com/office/drawing/2014/main" id="{034193B3-C2C4-DC9E-15A8-244D3DB201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130441"/>
            <a:ext cx="6621760" cy="1470025"/>
          </a:xfrm>
        </p:spPr>
        <p:txBody>
          <a:bodyPr/>
          <a:lstStyle/>
          <a:p>
            <a:r>
              <a:rPr lang="fr-FR" dirty="0" smtClean="0"/>
              <a:t>Correcteur PI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="" xmlns:a16="http://schemas.microsoft.com/office/drawing/2014/main" id="{E6BC6190-293A-41CD-A687-8578DEB0B4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86200"/>
            <a:ext cx="6621760" cy="1752600"/>
          </a:xfrm>
        </p:spPr>
        <p:txBody>
          <a:bodyPr/>
          <a:lstStyle/>
          <a:p>
            <a:r>
              <a:rPr lang="fr-FR" sz="2000" dirty="0" smtClean="0"/>
              <a:t>Exercice 5</a:t>
            </a:r>
            <a:endParaRPr lang="fr-FR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318D5760-1554-B6C3-7490-60F978FEDF8D}"/>
              </a:ext>
            </a:extLst>
          </p:cNvPr>
          <p:cNvSpPr/>
          <p:nvPr/>
        </p:nvSpPr>
        <p:spPr bwMode="auto">
          <a:xfrm>
            <a:off x="7873322" y="369121"/>
            <a:ext cx="4011764" cy="204328"/>
          </a:xfrm>
          <a:prstGeom prst="rect">
            <a:avLst/>
          </a:prstGeom>
          <a:solidFill>
            <a:srgbClr val="FF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68528827-0514-DCE3-871E-BD7314C85DF0}"/>
              </a:ext>
            </a:extLst>
          </p:cNvPr>
          <p:cNvSpPr/>
          <p:nvPr/>
        </p:nvSpPr>
        <p:spPr bwMode="auto">
          <a:xfrm>
            <a:off x="6960096" y="641136"/>
            <a:ext cx="5163892" cy="91128"/>
          </a:xfrm>
          <a:prstGeom prst="rect">
            <a:avLst/>
          </a:prstGeom>
          <a:solidFill>
            <a:srgbClr val="22226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6DE22D50-E896-722A-E12B-F88E0016B79C}"/>
              </a:ext>
            </a:extLst>
          </p:cNvPr>
          <p:cNvSpPr/>
          <p:nvPr/>
        </p:nvSpPr>
        <p:spPr bwMode="auto">
          <a:xfrm>
            <a:off x="1487488" y="5434472"/>
            <a:ext cx="3744416" cy="204328"/>
          </a:xfrm>
          <a:prstGeom prst="rect">
            <a:avLst/>
          </a:prstGeom>
          <a:solidFill>
            <a:srgbClr val="FF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7936920F-CB73-1592-7533-A1211D387C75}"/>
              </a:ext>
            </a:extLst>
          </p:cNvPr>
          <p:cNvSpPr/>
          <p:nvPr/>
        </p:nvSpPr>
        <p:spPr bwMode="auto">
          <a:xfrm>
            <a:off x="1267286" y="5301208"/>
            <a:ext cx="6124857" cy="66688"/>
          </a:xfrm>
          <a:prstGeom prst="rect">
            <a:avLst/>
          </a:prstGeom>
          <a:solidFill>
            <a:srgbClr val="22226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15" name="Image 14" descr="Une image contenant texte, Police, capture d’écran, logo&#10;&#10;Le contenu généré par l’IA peut être incorrect.">
            <a:extLst>
              <a:ext uri="{FF2B5EF4-FFF2-40B4-BE49-F238E27FC236}">
                <a16:creationId xmlns="" xmlns:a16="http://schemas.microsoft.com/office/drawing/2014/main" id="{4BE0D933-BF5E-40DD-82BB-986E45C83B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9491" y="2042210"/>
            <a:ext cx="3861169" cy="1646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213199"/>
      </p:ext>
    </p:extLst>
  </p:cSld>
  <p:clrMapOvr>
    <a:masterClrMapping/>
  </p:clrMapOvr>
</p:sld>
</file>

<file path=ppt/theme/theme1.xml><?xml version="1.0" encoding="utf-8"?>
<a:theme xmlns:a="http://schemas.openxmlformats.org/drawingml/2006/main" name="DRAFT PRES CA_IO_13-06-12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èle par défaut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MS PGothic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MS PGothic" pitchFamily="34" charset="-128"/>
          </a:defRPr>
        </a:defPPr>
      </a:lst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RAFT PRES CA_IO_13-06-12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èle par défaut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MS PGothic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MS PGothic" pitchFamily="34" charset="-128"/>
          </a:defRPr>
        </a:defPPr>
      </a:lst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DRAFT PRES CA_IO_13-06-12</Template>
  <TotalTime>174</TotalTime>
  <Words>386</Words>
  <Application>Microsoft Office PowerPoint</Application>
  <PresentationFormat>Grand écran</PresentationFormat>
  <Paragraphs>133</Paragraphs>
  <Slides>27</Slides>
  <Notes>26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27</vt:i4>
      </vt:variant>
    </vt:vector>
  </HeadingPairs>
  <TitlesOfParts>
    <vt:vector size="35" baseType="lpstr">
      <vt:lpstr>MS PGothic</vt:lpstr>
      <vt:lpstr>MS PGothic</vt:lpstr>
      <vt:lpstr>Arial</vt:lpstr>
      <vt:lpstr>Bahnschrift SemiBold</vt:lpstr>
      <vt:lpstr>Century Gothic</vt:lpstr>
      <vt:lpstr>Wingdings</vt:lpstr>
      <vt:lpstr>DRAFT PRES CA_IO_13-06-12</vt:lpstr>
      <vt:lpstr>1_DRAFT PRES CA_IO_13-06-12</vt:lpstr>
      <vt:lpstr>Automatique Systèmes asservis</vt:lpstr>
      <vt:lpstr>Boucle ouverte / Boucle fermée</vt:lpstr>
      <vt:lpstr>Boucle ouverte / Boucle fermée</vt:lpstr>
      <vt:lpstr>Boucle ouverte / Boucle fermée</vt:lpstr>
      <vt:lpstr>Boucle ouverte / Boucle fermée</vt:lpstr>
      <vt:lpstr>Système A d’Ordre 1</vt:lpstr>
      <vt:lpstr>Système A d’ordre 1</vt:lpstr>
      <vt:lpstr>Système A d’ordre 1</vt:lpstr>
      <vt:lpstr>Système A d’ordre 1</vt:lpstr>
      <vt:lpstr>Système A d’ordre 1</vt:lpstr>
      <vt:lpstr>Système A d’ordre 1</vt:lpstr>
      <vt:lpstr>Système A d’ordre 1</vt:lpstr>
      <vt:lpstr>Système A d’ordre 1</vt:lpstr>
      <vt:lpstr>Système A d’ordre 1</vt:lpstr>
      <vt:lpstr>Système A d’ordre 1</vt:lpstr>
      <vt:lpstr>Système A d’ordre 1</vt:lpstr>
      <vt:lpstr>Système A d’ordre 2</vt:lpstr>
      <vt:lpstr>Système A d’ordre 2</vt:lpstr>
      <vt:lpstr>Système B d’Ordre 1</vt:lpstr>
      <vt:lpstr>Système B d’ordre 1</vt:lpstr>
      <vt:lpstr>Système B d’ordre 2</vt:lpstr>
      <vt:lpstr>Correcteur P</vt:lpstr>
      <vt:lpstr>Correcteur Proportionnel</vt:lpstr>
      <vt:lpstr>Correcteur Proportionnel</vt:lpstr>
      <vt:lpstr>Correcteur Proportionnel</vt:lpstr>
      <vt:lpstr>Correcteur Proportionnel</vt:lpstr>
      <vt:lpstr>Correcteur PI</vt:lpstr>
    </vt:vector>
  </TitlesOfParts>
  <Company>Institut d'Optique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 Industrielle - Intro 1A</dc:title>
  <dc:creator>Institut d'Optique</dc:creator>
  <cp:lastModifiedBy>Utilisateur Windows</cp:lastModifiedBy>
  <cp:revision>1761</cp:revision>
  <cp:lastPrinted>2021-12-20T13:30:17Z</cp:lastPrinted>
  <dcterms:created xsi:type="dcterms:W3CDTF">2012-05-10T13:56:34Z</dcterms:created>
  <dcterms:modified xsi:type="dcterms:W3CDTF">2026-09-09T08:36:34Z</dcterms:modified>
</cp:coreProperties>
</file>