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9" r:id="rId1"/>
    <p:sldMasterId id="2147483664" r:id="rId2"/>
  </p:sldMasterIdLst>
  <p:notesMasterIdLst>
    <p:notesMasterId r:id="rId34"/>
  </p:notesMasterIdLst>
  <p:handoutMasterIdLst>
    <p:handoutMasterId r:id="rId35"/>
  </p:handoutMasterIdLst>
  <p:sldIdLst>
    <p:sldId id="317" r:id="rId3"/>
    <p:sldId id="360" r:id="rId4"/>
    <p:sldId id="436" r:id="rId5"/>
    <p:sldId id="437" r:id="rId6"/>
    <p:sldId id="438" r:id="rId7"/>
    <p:sldId id="424" r:id="rId8"/>
    <p:sldId id="439" r:id="rId9"/>
    <p:sldId id="440" r:id="rId10"/>
    <p:sldId id="441" r:id="rId11"/>
    <p:sldId id="442" r:id="rId12"/>
    <p:sldId id="443" r:id="rId13"/>
    <p:sldId id="444" r:id="rId14"/>
    <p:sldId id="445" r:id="rId15"/>
    <p:sldId id="450" r:id="rId16"/>
    <p:sldId id="452" r:id="rId17"/>
    <p:sldId id="451" r:id="rId18"/>
    <p:sldId id="449" r:id="rId19"/>
    <p:sldId id="453" r:id="rId20"/>
    <p:sldId id="446" r:id="rId21"/>
    <p:sldId id="459" r:id="rId22"/>
    <p:sldId id="458" r:id="rId23"/>
    <p:sldId id="447" r:id="rId24"/>
    <p:sldId id="454" r:id="rId25"/>
    <p:sldId id="455" r:id="rId26"/>
    <p:sldId id="456" r:id="rId27"/>
    <p:sldId id="457" r:id="rId28"/>
    <p:sldId id="448" r:id="rId29"/>
    <p:sldId id="460" r:id="rId30"/>
    <p:sldId id="461" r:id="rId31"/>
    <p:sldId id="462" r:id="rId32"/>
    <p:sldId id="463" r:id="rId33"/>
  </p:sldIdLst>
  <p:sldSz cx="12192000" cy="6858000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1pPr>
    <a:lvl2pPr marL="453586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2pPr>
    <a:lvl3pPr marL="910346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3pPr>
    <a:lvl4pPr marL="1367113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4pPr>
    <a:lvl5pPr marL="1823873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5pPr>
    <a:lvl6pPr marL="2283805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6pPr>
    <a:lvl7pPr marL="2740568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7pPr>
    <a:lvl8pPr marL="3197328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8pPr>
    <a:lvl9pPr marL="3654091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9pPr>
  </p:defaultTextStyle>
  <p:extLst>
    <p:ext uri="{521415D9-36F7-43E2-AB2F-B90AF26B5E84}">
      <p14:sectionLst xmlns:p14="http://schemas.microsoft.com/office/powerpoint/2010/main">
        <p14:section name="Section par défaut" id="{6A6AAF0A-6CDB-6A4B-A404-BE18D9B0BA16}">
          <p14:sldIdLst>
            <p14:sldId id="317"/>
            <p14:sldId id="360"/>
            <p14:sldId id="436"/>
            <p14:sldId id="437"/>
            <p14:sldId id="438"/>
            <p14:sldId id="424"/>
            <p14:sldId id="439"/>
            <p14:sldId id="440"/>
            <p14:sldId id="441"/>
            <p14:sldId id="442"/>
            <p14:sldId id="443"/>
            <p14:sldId id="444"/>
            <p14:sldId id="445"/>
            <p14:sldId id="450"/>
            <p14:sldId id="452"/>
            <p14:sldId id="451"/>
            <p14:sldId id="449"/>
            <p14:sldId id="453"/>
            <p14:sldId id="446"/>
            <p14:sldId id="459"/>
            <p14:sldId id="458"/>
            <p14:sldId id="447"/>
            <p14:sldId id="454"/>
            <p14:sldId id="455"/>
            <p14:sldId id="456"/>
            <p14:sldId id="457"/>
            <p14:sldId id="448"/>
            <p14:sldId id="460"/>
            <p14:sldId id="461"/>
            <p14:sldId id="462"/>
            <p14:sldId id="46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ylvie Retailleau" initials="SR" lastIdx="9" clrIdx="0"/>
  <p:cmAuthor id="2" name="Claire LARTIGUE" initials="CL" lastIdx="10" clrIdx="1"/>
  <p:cmAuthor id="3" name="Bouye Clementine" initials="BC" lastIdx="1" clrIdx="2">
    <p:extLst>
      <p:ext uri="{19B8F6BF-5375-455C-9EA6-DF929625EA0E}">
        <p15:presenceInfo xmlns:p15="http://schemas.microsoft.com/office/powerpoint/2012/main" userId="S-1-5-21-2844717677-1882146966-2427725951-2853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02D12"/>
    <a:srgbClr val="FA960A"/>
    <a:srgbClr val="222268"/>
    <a:srgbClr val="BBE0E3"/>
    <a:srgbClr val="00B0F0"/>
    <a:srgbClr val="D9D9D9"/>
    <a:srgbClr val="6AB5D9"/>
    <a:srgbClr val="0A3250"/>
    <a:srgbClr val="CBE5F9"/>
    <a:srgbClr val="9E1B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Style moyen 1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DA37D80-6434-44D0-A028-1B22A696006F}" styleName="Style léger 3 - Accentuation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83" autoAdjust="0"/>
    <p:restoredTop sz="84504" autoAdjust="0"/>
  </p:normalViewPr>
  <p:slideViewPr>
    <p:cSldViewPr>
      <p:cViewPr varScale="1">
        <p:scale>
          <a:sx n="93" d="100"/>
          <a:sy n="93" d="100"/>
        </p:scale>
        <p:origin x="1404" y="102"/>
      </p:cViewPr>
      <p:guideLst>
        <p:guide orient="horz" pos="2160"/>
        <p:guide pos="384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156" d="100"/>
          <a:sy n="156" d="100"/>
        </p:scale>
        <p:origin x="7648" y="19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heme" Target="theme/theme1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commentAuthors" Target="commentAuthor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505200" y="9431340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CFE5C97D-F4A4-3148-9D69-08ACA8026603}" type="slidenum">
              <a:rPr lang="fr-FR"/>
              <a:pPr/>
              <a:t>‹N°›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9429751"/>
            <a:ext cx="2946400" cy="496888"/>
          </a:xfrm>
          <a:prstGeom prst="rect">
            <a:avLst/>
          </a:prstGeom>
        </p:spPr>
        <p:txBody>
          <a:bodyPr vert="horz" lIns="91432" tIns="45716" rIns="91432" bIns="45716" rtlCol="0" anchor="b"/>
          <a:lstStyle>
            <a:lvl1pPr algn="l">
              <a:defRPr sz="1000">
                <a:latin typeface="Arial" charset="0"/>
                <a:ea typeface="ＭＳ Ｐゴシック" pitchFamily="1" charset="-128"/>
                <a:cs typeface="+mn-cs"/>
              </a:defRPr>
            </a:lvl1pPr>
          </a:lstStyle>
          <a:p>
            <a:pPr>
              <a:defRPr/>
            </a:pPr>
            <a:r>
              <a:rPr lang="fr-FR" dirty="0"/>
              <a:t>CA IOGS 20 décembre 2018</a:t>
            </a:r>
          </a:p>
        </p:txBody>
      </p:sp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45104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>
            <a:lvl1pPr algn="l" eaLnBrk="0" hangingPunct="0">
              <a:defRPr sz="1200">
                <a:latin typeface="Arial" charset="0"/>
                <a:ea typeface="MS PGothic" pitchFamily="34" charset="-128"/>
                <a:cs typeface="+mn-cs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2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9202EF97-A5BF-E644-B5D7-99A720C3808E}" type="datetimeFigureOut">
              <a:rPr lang="fr-FR"/>
              <a:pPr/>
              <a:t>09/09/2026</a:t>
            </a:fld>
            <a:endParaRPr lang="fr-FR"/>
          </a:p>
        </p:txBody>
      </p:sp>
      <p:sp>
        <p:nvSpPr>
          <p:cNvPr id="481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4538"/>
            <a:ext cx="6615113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4875"/>
            <a:ext cx="4984750" cy="446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1340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C5D8CFC6-2EE8-4043-8C44-71F3876B9617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8854099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1pPr>
    <a:lvl2pPr marL="453586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2pPr>
    <a:lvl3pPr marL="910346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3pPr>
    <a:lvl4pPr marL="1367113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4pPr>
    <a:lvl5pPr marL="1823873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5pPr>
    <a:lvl6pPr marL="2282113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38534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4959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1381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8182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22181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97568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18285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CD39C-0EB2-73A1-4297-88CF321BB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D180A43-5F56-50A4-D482-6923EC4286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3360E96-372A-49AF-05B0-ED33CAD5D2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EE27781-3954-F062-83D6-7AB0F6965A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7834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3955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58528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54617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4418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37352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17555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58391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02270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3297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05849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4324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88585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CD39C-0EB2-73A1-4297-88CF321BB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D180A43-5F56-50A4-D482-6923EC4286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3360E96-372A-49AF-05B0-ED33CAD5D2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EE27781-3954-F062-83D6-7AB0F6965A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4808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42900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89045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CD39C-0EB2-73A1-4297-88CF321BB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D180A43-5F56-50A4-D482-6923EC4286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3360E96-372A-49AF-05B0-ED33CAD5D2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EE27781-3954-F062-83D6-7AB0F6965A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19497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39096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0299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6224878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18435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CD39C-0EB2-73A1-4297-88CF321BB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D180A43-5F56-50A4-D482-6923EC4286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3360E96-372A-49AF-05B0-ED33CAD5D2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EE27781-3954-F062-83D6-7AB0F6965A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39803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7A72E-0701-B91F-704C-62F7E6632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0B1835B-93A9-101B-2E6D-4A4595ED6D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266D9FE-8F1D-FA7D-063D-90DB4B573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ED21F4-570C-AD54-6BBE-CBFDE1AE3A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7294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169F8-87BB-EE0C-37F2-FE0096C9B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6F5A88E-AF27-6B5F-86D9-C23E767333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F1F72D3-97A0-46B0-6DFB-D118C271C2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E4F60DC-6D34-FD79-5CC0-D500DC324E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24611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CAC04-07E8-DDBF-E01D-B201A1375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986923B-EE95-65EE-553C-53DA4F3A89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59ABF4F-1FB8-3E22-5B11-35F7338B8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7FB5EF2-8C87-C62A-204B-BFAC1AE09D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031560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99DE6-5CC4-6B5C-CA59-F5E5AE7D3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6F2AE38-7C9F-D8E2-A89E-5007D9F89E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A7E21C3-C439-BC98-126C-64CE22264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2B3B8C6-62E9-5A53-431F-22D547BF19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8211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0" y="2130441"/>
            <a:ext cx="10363200" cy="147002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1" y="3886200"/>
            <a:ext cx="8534400" cy="175260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2400"/>
            </a:lvl1pPr>
            <a:lvl2pPr marL="456425" indent="0" algn="ctr">
              <a:buNone/>
              <a:defRPr/>
            </a:lvl2pPr>
            <a:lvl3pPr marL="912843" indent="0" algn="ctr">
              <a:buNone/>
              <a:defRPr/>
            </a:lvl3pPr>
            <a:lvl4pPr marL="1369266" indent="0" algn="ctr">
              <a:buNone/>
              <a:defRPr/>
            </a:lvl4pPr>
            <a:lvl5pPr marL="1825691" indent="0" algn="ctr">
              <a:buNone/>
              <a:defRPr/>
            </a:lvl5pPr>
            <a:lvl6pPr marL="2282113" indent="0" algn="ctr">
              <a:buNone/>
              <a:defRPr/>
            </a:lvl6pPr>
            <a:lvl7pPr marL="2738534" indent="0" algn="ctr">
              <a:buNone/>
              <a:defRPr/>
            </a:lvl7pPr>
            <a:lvl8pPr marL="3194959" indent="0" algn="ctr">
              <a:buNone/>
              <a:defRPr/>
            </a:lvl8pPr>
            <a:lvl9pPr marL="3651381" indent="0" algn="ctr">
              <a:buNone/>
              <a:defRPr/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3149793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5"/>
            <a:ext cx="10363200" cy="1500187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000"/>
            </a:lvl1pPr>
            <a:lvl2pPr marL="456425" indent="0">
              <a:buNone/>
              <a:defRPr sz="1800"/>
            </a:lvl2pPr>
            <a:lvl3pPr marL="912843" indent="0">
              <a:buNone/>
              <a:defRPr sz="1600"/>
            </a:lvl3pPr>
            <a:lvl4pPr marL="1369266" indent="0">
              <a:buNone/>
              <a:defRPr sz="1400"/>
            </a:lvl4pPr>
            <a:lvl5pPr marL="1825691" indent="0">
              <a:buNone/>
              <a:defRPr sz="1400"/>
            </a:lvl5pPr>
            <a:lvl6pPr marL="2282113" indent="0">
              <a:buNone/>
              <a:defRPr sz="1400"/>
            </a:lvl6pPr>
            <a:lvl7pPr marL="2738534" indent="0">
              <a:buNone/>
              <a:defRPr sz="1400"/>
            </a:lvl7pPr>
            <a:lvl8pPr marL="3194959" indent="0">
              <a:buNone/>
              <a:defRPr sz="1400"/>
            </a:lvl8pPr>
            <a:lvl9pPr marL="3651381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650190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09600" y="1600210"/>
            <a:ext cx="10972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396DA067-7B21-5AB8-7D7F-35A2AE9D41D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9348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82767EA3-F885-2BAE-94AF-C911A1ED2D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5228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9" y="1535113"/>
            <a:ext cx="5386917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9" y="2174875"/>
            <a:ext cx="5386917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82" y="1535113"/>
            <a:ext cx="5389033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82" y="2174875"/>
            <a:ext cx="5389033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54EDA9F1-1622-BA93-CD33-B9056ADCE8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8FD31D39-3427-05C6-6953-68C4777BD4F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5068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AD9F045A-12F5-AFC8-779C-6490CD83A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426997D4-9692-6DA4-0398-01E90E47CAA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6844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9">
            <a:extLst>
              <a:ext uri="{FF2B5EF4-FFF2-40B4-BE49-F238E27FC236}">
                <a16:creationId xmlns:a16="http://schemas.microsoft.com/office/drawing/2014/main" id="{61CD16E7-27E3-F2A0-53EA-7A1B96BA1BE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548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13" y="1546870"/>
            <a:ext cx="4011084" cy="80201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60"/>
            <a:ext cx="6815667" cy="585311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13" y="2348880"/>
            <a:ext cx="4011084" cy="3777285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4DC60A7D-FFC7-D6EE-8429-DD1DDFA904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9443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2389717" y="4806478"/>
            <a:ext cx="7315200" cy="566738"/>
          </a:xfrm>
          <a:prstGeom prst="rect">
            <a:avLst/>
          </a:prstGeom>
        </p:spPr>
        <p:txBody>
          <a:bodyPr anchor="ctr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1556793"/>
            <a:ext cx="7315200" cy="317078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3200"/>
            </a:lvl1pPr>
            <a:lvl2pPr marL="456425" indent="0">
              <a:buNone/>
              <a:defRPr sz="2800"/>
            </a:lvl2pPr>
            <a:lvl3pPr marL="912843" indent="0">
              <a:buNone/>
              <a:defRPr sz="2400"/>
            </a:lvl3pPr>
            <a:lvl4pPr marL="1369266" indent="0">
              <a:buNone/>
              <a:defRPr sz="2000"/>
            </a:lvl4pPr>
            <a:lvl5pPr marL="1825691" indent="0">
              <a:buNone/>
              <a:defRPr sz="2000"/>
            </a:lvl5pPr>
            <a:lvl6pPr marL="2282113" indent="0">
              <a:buNone/>
              <a:defRPr sz="2000"/>
            </a:lvl6pPr>
            <a:lvl7pPr marL="2738534" indent="0">
              <a:buNone/>
              <a:defRPr sz="2000"/>
            </a:lvl7pPr>
            <a:lvl8pPr marL="3194959" indent="0">
              <a:buNone/>
              <a:defRPr sz="2000"/>
            </a:lvl8pPr>
            <a:lvl9pPr marL="3651381" indent="0">
              <a:buNone/>
              <a:defRPr sz="2000"/>
            </a:lvl9pPr>
          </a:lstStyle>
          <a:p>
            <a:pPr lvl="0"/>
            <a:r>
              <a:rPr lang="fr-FR" noProof="0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393FDF41-01A4-C27F-699C-E054F7452FE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8587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0" y="2130441"/>
            <a:ext cx="10363200" cy="147002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1" y="3886200"/>
            <a:ext cx="8534400" cy="175260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2400"/>
            </a:lvl1pPr>
            <a:lvl2pPr marL="456425" indent="0" algn="ctr">
              <a:buNone/>
              <a:defRPr/>
            </a:lvl2pPr>
            <a:lvl3pPr marL="912843" indent="0" algn="ctr">
              <a:buNone/>
              <a:defRPr/>
            </a:lvl3pPr>
            <a:lvl4pPr marL="1369266" indent="0" algn="ctr">
              <a:buNone/>
              <a:defRPr/>
            </a:lvl4pPr>
            <a:lvl5pPr marL="1825691" indent="0" algn="ctr">
              <a:buNone/>
              <a:defRPr/>
            </a:lvl5pPr>
            <a:lvl6pPr marL="2282113" indent="0" algn="ctr">
              <a:buNone/>
              <a:defRPr/>
            </a:lvl6pPr>
            <a:lvl7pPr marL="2738534" indent="0" algn="ctr">
              <a:buNone/>
              <a:defRPr/>
            </a:lvl7pPr>
            <a:lvl8pPr marL="3194959" indent="0" algn="ctr">
              <a:buNone/>
              <a:defRPr/>
            </a:lvl8pPr>
            <a:lvl9pPr marL="3651381" indent="0" algn="ctr">
              <a:buNone/>
              <a:defRPr/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3760495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5"/>
            <a:ext cx="10363200" cy="1500187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000"/>
            </a:lvl1pPr>
            <a:lvl2pPr marL="456425" indent="0">
              <a:buNone/>
              <a:defRPr sz="1800"/>
            </a:lvl2pPr>
            <a:lvl3pPr marL="912843" indent="0">
              <a:buNone/>
              <a:defRPr sz="1600"/>
            </a:lvl3pPr>
            <a:lvl4pPr marL="1369266" indent="0">
              <a:buNone/>
              <a:defRPr sz="1400"/>
            </a:lvl4pPr>
            <a:lvl5pPr marL="1825691" indent="0">
              <a:buNone/>
              <a:defRPr sz="1400"/>
            </a:lvl5pPr>
            <a:lvl6pPr marL="2282113" indent="0">
              <a:buNone/>
              <a:defRPr sz="1400"/>
            </a:lvl6pPr>
            <a:lvl7pPr marL="2738534" indent="0">
              <a:buNone/>
              <a:defRPr sz="1400"/>
            </a:lvl7pPr>
            <a:lvl8pPr marL="3194959" indent="0">
              <a:buNone/>
              <a:defRPr sz="1400"/>
            </a:lvl8pPr>
            <a:lvl9pPr marL="3651381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997032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09600" y="1600210"/>
            <a:ext cx="10972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396DA067-7B21-5AB8-7D7F-35A2AE9D41D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5782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82767EA3-F885-2BAE-94AF-C911A1ED2D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26789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9" y="1535113"/>
            <a:ext cx="5386917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9" y="2174875"/>
            <a:ext cx="5386917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82" y="1535113"/>
            <a:ext cx="5389033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82" y="2174875"/>
            <a:ext cx="5389033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54EDA9F1-1622-BA93-CD33-B9056ADCE8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8FD31D39-3427-05C6-6953-68C4777BD4F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55079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AD9F045A-12F5-AFC8-779C-6490CD83A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426997D4-9692-6DA4-0398-01E90E47CAA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31161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9">
            <a:extLst>
              <a:ext uri="{FF2B5EF4-FFF2-40B4-BE49-F238E27FC236}">
                <a16:creationId xmlns:a16="http://schemas.microsoft.com/office/drawing/2014/main" id="{61CD16E7-27E3-F2A0-53EA-7A1B96BA1BE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1797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13" y="1546870"/>
            <a:ext cx="4011084" cy="80201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60"/>
            <a:ext cx="6815667" cy="585311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13" y="2348880"/>
            <a:ext cx="4011084" cy="3777285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4DC60A7D-FFC7-D6EE-8429-DD1DDFA904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75473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2389717" y="4806478"/>
            <a:ext cx="7315200" cy="566738"/>
          </a:xfrm>
          <a:prstGeom prst="rect">
            <a:avLst/>
          </a:prstGeom>
        </p:spPr>
        <p:txBody>
          <a:bodyPr anchor="ctr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1556793"/>
            <a:ext cx="7315200" cy="317078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3200"/>
            </a:lvl1pPr>
            <a:lvl2pPr marL="456425" indent="0">
              <a:buNone/>
              <a:defRPr sz="2800"/>
            </a:lvl2pPr>
            <a:lvl3pPr marL="912843" indent="0">
              <a:buNone/>
              <a:defRPr sz="2400"/>
            </a:lvl3pPr>
            <a:lvl4pPr marL="1369266" indent="0">
              <a:buNone/>
              <a:defRPr sz="2000"/>
            </a:lvl4pPr>
            <a:lvl5pPr marL="1825691" indent="0">
              <a:buNone/>
              <a:defRPr sz="2000"/>
            </a:lvl5pPr>
            <a:lvl6pPr marL="2282113" indent="0">
              <a:buNone/>
              <a:defRPr sz="2000"/>
            </a:lvl6pPr>
            <a:lvl7pPr marL="2738534" indent="0">
              <a:buNone/>
              <a:defRPr sz="2000"/>
            </a:lvl7pPr>
            <a:lvl8pPr marL="3194959" indent="0">
              <a:buNone/>
              <a:defRPr sz="2000"/>
            </a:lvl8pPr>
            <a:lvl9pPr marL="3651381" indent="0">
              <a:buNone/>
              <a:defRPr sz="2000"/>
            </a:lvl9pPr>
          </a:lstStyle>
          <a:p>
            <a:pPr lvl="0"/>
            <a:r>
              <a:rPr lang="fr-FR" noProof="0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393FDF41-01A4-C27F-699C-E054F7452FE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622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image" Target="../media/image2.jpeg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17"/>
          <p:cNvSpPr>
            <a:spLocks noChangeShapeType="1"/>
          </p:cNvSpPr>
          <p:nvPr userDrawn="1"/>
        </p:nvSpPr>
        <p:spPr bwMode="auto">
          <a:xfrm flipV="1">
            <a:off x="239349" y="2416"/>
            <a:ext cx="0" cy="6855586"/>
          </a:xfrm>
          <a:prstGeom prst="line">
            <a:avLst/>
          </a:prstGeom>
          <a:noFill/>
          <a:ln w="28575">
            <a:solidFill>
              <a:srgbClr val="FF960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/>
          </a:p>
        </p:txBody>
      </p:sp>
      <p:sp>
        <p:nvSpPr>
          <p:cNvPr id="13" name="Line 17">
            <a:extLst>
              <a:ext uri="{FF2B5EF4-FFF2-40B4-BE49-F238E27FC236}">
                <a16:creationId xmlns:a16="http://schemas.microsoft.com/office/drawing/2014/main" id="{61E373B6-2243-184D-B77F-D316E77447A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80004" y="1"/>
            <a:ext cx="0" cy="6855585"/>
          </a:xfrm>
          <a:prstGeom prst="line">
            <a:avLst/>
          </a:prstGeom>
          <a:noFill/>
          <a:ln w="127000">
            <a:solidFill>
              <a:schemeClr val="accent6">
                <a:lumMod val="75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 dirty="0"/>
          </a:p>
        </p:txBody>
      </p:sp>
      <p:pic>
        <p:nvPicPr>
          <p:cNvPr id="5" name="Image 4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id="{E83C2882-4408-CE09-DEC2-6856CAFD3C6B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217" y="0"/>
            <a:ext cx="4343400" cy="152476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1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ＭＳ Ｐゴシック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5pPr>
      <a:lvl6pPr marL="456425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6pPr>
      <a:lvl7pPr marL="912843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7pPr>
      <a:lvl8pPr marL="1369266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8pPr>
      <a:lvl9pPr marL="1825691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9pPr>
    </p:titleStyle>
    <p:bodyStyle>
      <a:lvl1pPr marL="339404" indent="-339404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rgbClr val="0A3250"/>
          </a:solidFill>
          <a:latin typeface="+mn-lt"/>
          <a:ea typeface="ＭＳ Ｐゴシック" charset="0"/>
          <a:cs typeface="+mn-cs"/>
        </a:defRPr>
      </a:lvl1pPr>
      <a:lvl2pPr marL="739064" indent="-282303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rgbClr val="0A3250"/>
          </a:solidFill>
          <a:latin typeface="+mn-lt"/>
          <a:ea typeface="ＭＳ Ｐゴシック" charset="0"/>
        </a:defRPr>
      </a:lvl2pPr>
      <a:lvl3pPr marL="1138731" indent="-225209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rgbClr val="0A3250"/>
          </a:solidFill>
          <a:latin typeface="+mn-lt"/>
          <a:ea typeface="ＭＳ Ｐゴシック" charset="0"/>
        </a:defRPr>
      </a:lvl3pPr>
      <a:lvl4pPr marL="1595491" indent="-225209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rgbClr val="0A3250"/>
          </a:solidFill>
          <a:latin typeface="+mn-lt"/>
          <a:ea typeface="ＭＳ Ｐゴシック" charset="0"/>
        </a:defRPr>
      </a:lvl4pPr>
      <a:lvl5pPr marL="2052252" indent="-225209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  <a:ea typeface="ＭＳ Ｐゴシック" charset="0"/>
        </a:defRPr>
      </a:lvl5pPr>
      <a:lvl6pPr marL="2510322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6pPr>
      <a:lvl7pPr marL="2966747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7pPr>
      <a:lvl8pPr marL="342316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8pPr>
      <a:lvl9pPr marL="387958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9pPr>
    </p:bodyStyle>
    <p:otherStyle>
      <a:defPPr>
        <a:defRPr lang="fr-FR"/>
      </a:defPPr>
      <a:lvl1pPr marL="0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425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284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266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569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1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534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4959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38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17"/>
          <p:cNvSpPr>
            <a:spLocks noChangeShapeType="1"/>
          </p:cNvSpPr>
          <p:nvPr userDrawn="1"/>
        </p:nvSpPr>
        <p:spPr bwMode="auto">
          <a:xfrm flipV="1">
            <a:off x="239349" y="2416"/>
            <a:ext cx="0" cy="6855586"/>
          </a:xfrm>
          <a:prstGeom prst="line">
            <a:avLst/>
          </a:prstGeom>
          <a:noFill/>
          <a:ln w="28575">
            <a:solidFill>
              <a:srgbClr val="FF960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/>
          </a:p>
        </p:txBody>
      </p:sp>
      <p:sp>
        <p:nvSpPr>
          <p:cNvPr id="13" name="Line 17">
            <a:extLst>
              <a:ext uri="{FF2B5EF4-FFF2-40B4-BE49-F238E27FC236}">
                <a16:creationId xmlns:a16="http://schemas.microsoft.com/office/drawing/2014/main" id="{61E373B6-2243-184D-B77F-D316E77447A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80004" y="1"/>
            <a:ext cx="0" cy="6855585"/>
          </a:xfrm>
          <a:prstGeom prst="line">
            <a:avLst/>
          </a:prstGeom>
          <a:noFill/>
          <a:ln w="127000">
            <a:solidFill>
              <a:schemeClr val="accent6">
                <a:lumMod val="75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 dirty="0"/>
          </a:p>
        </p:txBody>
      </p:sp>
      <p:pic>
        <p:nvPicPr>
          <p:cNvPr id="6" name="Image 5" descr="Une image contenant texte, Police, logo, Graphique&#10;&#10;Le contenu généré par l’IA peut être incorrect.">
            <a:extLst>
              <a:ext uri="{FF2B5EF4-FFF2-40B4-BE49-F238E27FC236}">
                <a16:creationId xmlns:a16="http://schemas.microsoft.com/office/drawing/2014/main" id="{8EBAC630-7DDC-F79A-67A7-A059B76493EB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35" y="116632"/>
            <a:ext cx="2070649" cy="127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087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ＭＳ Ｐゴシック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5pPr>
      <a:lvl6pPr marL="456425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6pPr>
      <a:lvl7pPr marL="912843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7pPr>
      <a:lvl8pPr marL="1369266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8pPr>
      <a:lvl9pPr marL="1825691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9pPr>
    </p:titleStyle>
    <p:bodyStyle>
      <a:lvl1pPr marL="339404" indent="-339404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rgbClr val="0A3250"/>
          </a:solidFill>
          <a:latin typeface="+mn-lt"/>
          <a:ea typeface="ＭＳ Ｐゴシック" charset="0"/>
          <a:cs typeface="+mn-cs"/>
        </a:defRPr>
      </a:lvl1pPr>
      <a:lvl2pPr marL="739064" indent="-282303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rgbClr val="0A3250"/>
          </a:solidFill>
          <a:latin typeface="+mn-lt"/>
          <a:ea typeface="ＭＳ Ｐゴシック" charset="0"/>
        </a:defRPr>
      </a:lvl2pPr>
      <a:lvl3pPr marL="1138731" indent="-225209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rgbClr val="0A3250"/>
          </a:solidFill>
          <a:latin typeface="+mn-lt"/>
          <a:ea typeface="ＭＳ Ｐゴシック" charset="0"/>
        </a:defRPr>
      </a:lvl3pPr>
      <a:lvl4pPr marL="1595491" indent="-225209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rgbClr val="0A3250"/>
          </a:solidFill>
          <a:latin typeface="+mn-lt"/>
          <a:ea typeface="ＭＳ Ｐゴシック" charset="0"/>
        </a:defRPr>
      </a:lvl4pPr>
      <a:lvl5pPr marL="2052252" indent="-225209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  <a:ea typeface="ＭＳ Ｐゴシック" charset="0"/>
        </a:defRPr>
      </a:lvl5pPr>
      <a:lvl6pPr marL="2510322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6pPr>
      <a:lvl7pPr marL="2966747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7pPr>
      <a:lvl8pPr marL="342316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8pPr>
      <a:lvl9pPr marL="387958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9pPr>
    </p:bodyStyle>
    <p:otherStyle>
      <a:defPPr>
        <a:defRPr lang="fr-FR"/>
      </a:defPPr>
      <a:lvl1pPr marL="0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425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284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266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569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1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534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4959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38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jp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jp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jp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jp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6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jp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11" Type="http://schemas.openxmlformats.org/officeDocument/2006/relationships/image" Target="../media/image16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6.png"/><Relationship Id="rId9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3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9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jp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0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jp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0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jpg"/><Relationship Id="rId9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3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3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10" Type="http://schemas.openxmlformats.org/officeDocument/2006/relationships/image" Target="../media/image22.png"/><Relationship Id="rId4" Type="http://schemas.openxmlformats.org/officeDocument/2006/relationships/image" Target="../media/image6.png"/><Relationship Id="rId9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3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11" Type="http://schemas.openxmlformats.org/officeDocument/2006/relationships/image" Target="../media/image23.png"/><Relationship Id="rId5" Type="http://schemas.openxmlformats.org/officeDocument/2006/relationships/image" Target="../media/image7.png"/><Relationship Id="rId10" Type="http://schemas.openxmlformats.org/officeDocument/2006/relationships/image" Target="../media/image22.png"/><Relationship Id="rId4" Type="http://schemas.openxmlformats.org/officeDocument/2006/relationships/image" Target="../media/image6.png"/><Relationship Id="rId9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4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.jp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3.jpg"/><Relationship Id="rId7" Type="http://schemas.openxmlformats.org/officeDocument/2006/relationships/image" Target="../media/image14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11" Type="http://schemas.openxmlformats.org/officeDocument/2006/relationships/image" Target="../media/image30.png"/><Relationship Id="rId5" Type="http://schemas.openxmlformats.org/officeDocument/2006/relationships/image" Target="../media/image11.png"/><Relationship Id="rId10" Type="http://schemas.openxmlformats.org/officeDocument/2006/relationships/image" Target="../media/image29.png"/><Relationship Id="rId4" Type="http://schemas.openxmlformats.org/officeDocument/2006/relationships/image" Target="../media/image6.png"/><Relationship Id="rId9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3.jp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38.png"/><Relationship Id="rId3" Type="http://schemas.openxmlformats.org/officeDocument/2006/relationships/image" Target="../media/image3.jpg"/><Relationship Id="rId7" Type="http://schemas.openxmlformats.org/officeDocument/2006/relationships/image" Target="../media/image33.png"/><Relationship Id="rId12" Type="http://schemas.openxmlformats.org/officeDocument/2006/relationships/image" Target="../media/image3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11" Type="http://schemas.openxmlformats.org/officeDocument/2006/relationships/image" Target="../media/image36.png"/><Relationship Id="rId5" Type="http://schemas.openxmlformats.org/officeDocument/2006/relationships/image" Target="../media/image12.png"/><Relationship Id="rId10" Type="http://schemas.openxmlformats.org/officeDocument/2006/relationships/image" Target="../media/image35.png"/><Relationship Id="rId4" Type="http://schemas.openxmlformats.org/officeDocument/2006/relationships/image" Target="../media/image7.png"/><Relationship Id="rId9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11" Type="http://schemas.openxmlformats.org/officeDocument/2006/relationships/image" Target="../media/image39.png"/><Relationship Id="rId5" Type="http://schemas.openxmlformats.org/officeDocument/2006/relationships/image" Target="../media/image12.png"/><Relationship Id="rId10" Type="http://schemas.openxmlformats.org/officeDocument/2006/relationships/image" Target="../media/image38.png"/><Relationship Id="rId4" Type="http://schemas.openxmlformats.org/officeDocument/2006/relationships/image" Target="../media/image7.png"/><Relationship Id="rId9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11" Type="http://schemas.openxmlformats.org/officeDocument/2006/relationships/image" Target="../media/image40.png"/><Relationship Id="rId5" Type="http://schemas.openxmlformats.org/officeDocument/2006/relationships/image" Target="../media/image12.png"/><Relationship Id="rId10" Type="http://schemas.openxmlformats.org/officeDocument/2006/relationships/image" Target="../media/image38.png"/><Relationship Id="rId4" Type="http://schemas.openxmlformats.org/officeDocument/2006/relationships/image" Target="../media/image7.png"/><Relationship Id="rId9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11" Type="http://schemas.openxmlformats.org/officeDocument/2006/relationships/image" Target="../media/image41.png"/><Relationship Id="rId5" Type="http://schemas.openxmlformats.org/officeDocument/2006/relationships/image" Target="../media/image12.png"/><Relationship Id="rId10" Type="http://schemas.openxmlformats.org/officeDocument/2006/relationships/image" Target="../media/image38.png"/><Relationship Id="rId4" Type="http://schemas.openxmlformats.org/officeDocument/2006/relationships/image" Target="../media/image7.png"/><Relationship Id="rId9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jp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43.png"/><Relationship Id="rId4" Type="http://schemas.openxmlformats.org/officeDocument/2006/relationships/image" Target="../media/image7.png"/><Relationship Id="rId9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jp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11" Type="http://schemas.openxmlformats.org/officeDocument/2006/relationships/image" Target="../media/image43.png"/><Relationship Id="rId5" Type="http://schemas.openxmlformats.org/officeDocument/2006/relationships/image" Target="../media/image12.png"/><Relationship Id="rId10" Type="http://schemas.openxmlformats.org/officeDocument/2006/relationships/image" Target="../media/image44.png"/><Relationship Id="rId4" Type="http://schemas.openxmlformats.org/officeDocument/2006/relationships/image" Target="../media/image7.png"/><Relationship Id="rId9" Type="http://schemas.openxmlformats.org/officeDocument/2006/relationships/image" Target="../media/image42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45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11" Type="http://schemas.openxmlformats.org/officeDocument/2006/relationships/image" Target="../media/image43.png"/><Relationship Id="rId5" Type="http://schemas.openxmlformats.org/officeDocument/2006/relationships/image" Target="../media/image7.png"/><Relationship Id="rId10" Type="http://schemas.openxmlformats.org/officeDocument/2006/relationships/image" Target="../media/image42.png"/><Relationship Id="rId4" Type="http://schemas.openxmlformats.org/officeDocument/2006/relationships/image" Target="../media/image3.jpg"/><Relationship Id="rId9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46.png"/><Relationship Id="rId7" Type="http://schemas.openxmlformats.org/officeDocument/2006/relationships/image" Target="../media/image12.png"/><Relationship Id="rId12" Type="http://schemas.openxmlformats.org/officeDocument/2006/relationships/image" Target="../media/image4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11" Type="http://schemas.openxmlformats.org/officeDocument/2006/relationships/image" Target="../media/image42.png"/><Relationship Id="rId5" Type="http://schemas.openxmlformats.org/officeDocument/2006/relationships/image" Target="../media/image3.jpg"/><Relationship Id="rId10" Type="http://schemas.openxmlformats.org/officeDocument/2006/relationships/image" Target="../media/image5.png"/><Relationship Id="rId4" Type="http://schemas.openxmlformats.org/officeDocument/2006/relationships/image" Target="../media/image45.png"/><Relationship Id="rId9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19A213D-3E11-B70F-2512-CF02A38675A6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8A91F98-9CFB-01D0-47CF-038897323F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Automatique</a:t>
            </a:r>
            <a:br>
              <a:rPr lang="fr-FR" dirty="0"/>
            </a:br>
            <a:r>
              <a:rPr lang="fr-FR" dirty="0"/>
              <a:t>Systèmes asservis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8AC7ED9-A8F9-715C-56C9-BBDBF31023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dirty="0">
                <a:latin typeface="Bahnschrift SemiBold" panose="020B0502040204020203" pitchFamily="34" charset="0"/>
              </a:rPr>
              <a:t>TD Opto-Electronique</a:t>
            </a:r>
            <a:endParaRPr lang="fr-FR" dirty="0"/>
          </a:p>
          <a:p>
            <a:endParaRPr lang="fr-FR" sz="2000" dirty="0"/>
          </a:p>
          <a:p>
            <a:r>
              <a:rPr lang="fr-FR" sz="1600" dirty="0"/>
              <a:t>Julien VILLEMEJANE</a:t>
            </a:r>
          </a:p>
        </p:txBody>
      </p:sp>
      <p:pic>
        <p:nvPicPr>
          <p:cNvPr id="10" name="Image 9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AA9BAFF-BB9E-9D2A-C1AD-5D996C495C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3060700" cy="1257300"/>
          </a:xfrm>
          <a:prstGeom prst="rect">
            <a:avLst/>
          </a:prstGeom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223" y="4005064"/>
            <a:ext cx="2375707" cy="1952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491" y="2042210"/>
            <a:ext cx="3861169" cy="1646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12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Boucle ouverte / Boucle fermée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775" y="2492896"/>
            <a:ext cx="4695825" cy="2857500"/>
          </a:xfrm>
          <a:prstGeom prst="rect">
            <a:avLst/>
          </a:prstGeom>
        </p:spPr>
      </p:pic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391" y="2492896"/>
            <a:ext cx="4695825" cy="285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auto">
          <a:xfrm>
            <a:off x="2135560" y="3645024"/>
            <a:ext cx="288032" cy="108012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6" name="Rectangle 15"/>
          <p:cNvSpPr/>
          <p:nvPr/>
        </p:nvSpPr>
        <p:spPr bwMode="auto">
          <a:xfrm>
            <a:off x="2287960" y="4581128"/>
            <a:ext cx="495672" cy="21602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cxnSp>
        <p:nvCxnSpPr>
          <p:cNvPr id="13" name="Connecteur droit avec flèche 12"/>
          <p:cNvCxnSpPr/>
          <p:nvPr/>
        </p:nvCxnSpPr>
        <p:spPr bwMode="auto">
          <a:xfrm flipH="1">
            <a:off x="2711624" y="4653136"/>
            <a:ext cx="144016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26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44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Boucle ouverte / Boucle fermée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775" y="2492896"/>
            <a:ext cx="4695825" cy="285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auto">
          <a:xfrm>
            <a:off x="2135560" y="3645024"/>
            <a:ext cx="288032" cy="108012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6" name="Rectangle 15"/>
          <p:cNvSpPr/>
          <p:nvPr/>
        </p:nvSpPr>
        <p:spPr bwMode="auto">
          <a:xfrm>
            <a:off x="2287960" y="4581128"/>
            <a:ext cx="495672" cy="21602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cxnSp>
        <p:nvCxnSpPr>
          <p:cNvPr id="13" name="Connecteur droit avec flèche 12"/>
          <p:cNvCxnSpPr/>
          <p:nvPr/>
        </p:nvCxnSpPr>
        <p:spPr bwMode="auto">
          <a:xfrm flipH="1">
            <a:off x="2711624" y="4653136"/>
            <a:ext cx="144016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21" name="Image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485" y="5365650"/>
            <a:ext cx="2724150" cy="666750"/>
          </a:xfrm>
          <a:prstGeom prst="rect">
            <a:avLst/>
          </a:prstGeom>
        </p:spPr>
      </p:pic>
      <p:pic>
        <p:nvPicPr>
          <p:cNvPr id="22" name="Image 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682" y="6047654"/>
            <a:ext cx="3867150" cy="685800"/>
          </a:xfrm>
          <a:prstGeom prst="rect">
            <a:avLst/>
          </a:prstGeom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4845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Boucle ouverte / Boucle fermée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688" y="1674397"/>
            <a:ext cx="3500041" cy="2129842"/>
          </a:xfrm>
          <a:prstGeom prst="rect">
            <a:avLst/>
          </a:prstGeom>
        </p:spPr>
      </p:pic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391" y="2492896"/>
            <a:ext cx="4695825" cy="285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auto">
          <a:xfrm>
            <a:off x="1498010" y="2504063"/>
            <a:ext cx="349518" cy="108012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6" name="Rectangle 15"/>
          <p:cNvSpPr/>
          <p:nvPr/>
        </p:nvSpPr>
        <p:spPr bwMode="auto">
          <a:xfrm>
            <a:off x="2287960" y="4581128"/>
            <a:ext cx="495672" cy="21602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cxnSp>
        <p:nvCxnSpPr>
          <p:cNvPr id="13" name="Connecteur droit avec flèche 12"/>
          <p:cNvCxnSpPr/>
          <p:nvPr/>
        </p:nvCxnSpPr>
        <p:spPr bwMode="auto">
          <a:xfrm flipH="1">
            <a:off x="1847528" y="3284984"/>
            <a:ext cx="144016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21" name="Image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856" y="4106263"/>
            <a:ext cx="2082155" cy="509618"/>
          </a:xfrm>
          <a:prstGeom prst="rect">
            <a:avLst/>
          </a:prstGeom>
        </p:spPr>
      </p:pic>
      <p:pic>
        <p:nvPicPr>
          <p:cNvPr id="22" name="Image 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096" y="4702083"/>
            <a:ext cx="2948695" cy="522921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3869" y="4797152"/>
            <a:ext cx="2752725" cy="1714500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3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3941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Boucle ouverte / Boucle fermée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688" y="1674397"/>
            <a:ext cx="3500041" cy="2129842"/>
          </a:xfrm>
          <a:prstGeom prst="rect">
            <a:avLst/>
          </a:prstGeom>
        </p:spPr>
      </p:pic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391" y="2492896"/>
            <a:ext cx="4695825" cy="285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auto">
          <a:xfrm>
            <a:off x="1498010" y="2504063"/>
            <a:ext cx="349518" cy="108012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6" name="Rectangle 15"/>
          <p:cNvSpPr/>
          <p:nvPr/>
        </p:nvSpPr>
        <p:spPr bwMode="auto">
          <a:xfrm>
            <a:off x="2287960" y="4581128"/>
            <a:ext cx="495672" cy="21602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cxnSp>
        <p:nvCxnSpPr>
          <p:cNvPr id="13" name="Connecteur droit avec flèche 12"/>
          <p:cNvCxnSpPr/>
          <p:nvPr/>
        </p:nvCxnSpPr>
        <p:spPr bwMode="auto">
          <a:xfrm flipH="1">
            <a:off x="1847528" y="3284984"/>
            <a:ext cx="144016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21" name="Image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856" y="4106263"/>
            <a:ext cx="2082155" cy="509618"/>
          </a:xfrm>
          <a:prstGeom prst="rect">
            <a:avLst/>
          </a:prstGeom>
        </p:spPr>
      </p:pic>
      <p:pic>
        <p:nvPicPr>
          <p:cNvPr id="22" name="Image 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096" y="4702083"/>
            <a:ext cx="2948695" cy="522921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3869" y="4797152"/>
            <a:ext cx="2752725" cy="1714500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0" name="Image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56054" y="5475049"/>
            <a:ext cx="4371975" cy="1171575"/>
          </a:xfrm>
          <a:prstGeom prst="rect">
            <a:avLst/>
          </a:prstGeom>
        </p:spPr>
      </p:pic>
      <p:pic>
        <p:nvPicPr>
          <p:cNvPr id="20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2253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20718-9EF5-C5F7-274F-BFABE7E11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E1E0D36-026A-009C-3E6A-206A0477DB7F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34193B3-C2C4-DC9E-15A8-244D3DB201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Système A d’Ordre 1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6BC6190-293A-41CD-A687-8578DEB0B4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/>
              <a:t>Exercice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8D5760-1554-B6C3-7490-60F978FEDF8D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528827-0514-DCE3-871E-BD7314C85DF0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E22D50-E896-722A-E12B-F88E0016B79C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36920F-CB73-1592-7533-A1211D387C75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4BE0D933-BF5E-40DD-82BB-986E45C83B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491" y="2042210"/>
            <a:ext cx="3861169" cy="1646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268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A d’ordre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0" name="Imag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408" y="4725144"/>
            <a:ext cx="3124448" cy="837270"/>
          </a:xfrm>
          <a:prstGeom prst="rect">
            <a:avLst/>
          </a:prstGeom>
        </p:spPr>
      </p:pic>
      <p:pic>
        <p:nvPicPr>
          <p:cNvPr id="20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4151" y="1528855"/>
            <a:ext cx="2581929" cy="683191"/>
          </a:xfrm>
          <a:prstGeom prst="rect">
            <a:avLst/>
          </a:prstGeom>
        </p:spPr>
      </p:pic>
      <p:pic>
        <p:nvPicPr>
          <p:cNvPr id="12" name="Imag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3999" y="2246152"/>
            <a:ext cx="1819993" cy="439309"/>
          </a:xfrm>
          <a:prstGeom prst="rect">
            <a:avLst/>
          </a:prstGeom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2722" y="1693702"/>
            <a:ext cx="4667250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8016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A d’ordre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0" name="Imag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408" y="4725144"/>
            <a:ext cx="3124448" cy="837270"/>
          </a:xfrm>
          <a:prstGeom prst="rect">
            <a:avLst/>
          </a:prstGeom>
        </p:spPr>
      </p:pic>
      <p:pic>
        <p:nvPicPr>
          <p:cNvPr id="20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4151" y="1528855"/>
            <a:ext cx="2581929" cy="683191"/>
          </a:xfrm>
          <a:prstGeom prst="rect">
            <a:avLst/>
          </a:prstGeom>
        </p:spPr>
      </p:pic>
      <p:pic>
        <p:nvPicPr>
          <p:cNvPr id="12" name="Imag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3999" y="2246152"/>
            <a:ext cx="1819993" cy="439309"/>
          </a:xfrm>
          <a:prstGeom prst="rect">
            <a:avLst/>
          </a:prstGeom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2722" y="1693702"/>
            <a:ext cx="4667250" cy="1104900"/>
          </a:xfrm>
          <a:prstGeom prst="rect">
            <a:avLst/>
          </a:prstGeom>
        </p:spPr>
      </p:pic>
      <p:pic>
        <p:nvPicPr>
          <p:cNvPr id="17" name="Imag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9896" y="3590845"/>
            <a:ext cx="5819775" cy="1247775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347795" y="3217451"/>
            <a:ext cx="48606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FA960A"/>
                </a:solidFill>
                <a:latin typeface="+mj-lt"/>
              </a:rPr>
              <a:t>Forme Canonique </a:t>
            </a:r>
            <a:r>
              <a:rPr lang="fr-FR" b="1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 Système du premier ordre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680730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A d’ordre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0" name="Imag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408" y="4725144"/>
            <a:ext cx="3124448" cy="837270"/>
          </a:xfrm>
          <a:prstGeom prst="rect">
            <a:avLst/>
          </a:prstGeom>
        </p:spPr>
      </p:pic>
      <p:pic>
        <p:nvPicPr>
          <p:cNvPr id="20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4151" y="1528855"/>
            <a:ext cx="2581929" cy="683191"/>
          </a:xfrm>
          <a:prstGeom prst="rect">
            <a:avLst/>
          </a:prstGeom>
        </p:spPr>
      </p:pic>
      <p:pic>
        <p:nvPicPr>
          <p:cNvPr id="12" name="Imag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3999" y="2246152"/>
            <a:ext cx="1819993" cy="439309"/>
          </a:xfrm>
          <a:prstGeom prst="rect">
            <a:avLst/>
          </a:prstGeom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2722" y="1693702"/>
            <a:ext cx="4667250" cy="1104900"/>
          </a:xfrm>
          <a:prstGeom prst="rect">
            <a:avLst/>
          </a:prstGeom>
        </p:spPr>
      </p:pic>
      <p:pic>
        <p:nvPicPr>
          <p:cNvPr id="17" name="Imag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9896" y="3590845"/>
            <a:ext cx="5819775" cy="1247775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347795" y="3217451"/>
            <a:ext cx="48606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FA960A"/>
                </a:solidFill>
                <a:latin typeface="+mj-lt"/>
              </a:rPr>
              <a:t>Forme Canonique </a:t>
            </a:r>
            <a:r>
              <a:rPr lang="fr-FR" b="1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 Système du premier ordre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  <p:pic>
        <p:nvPicPr>
          <p:cNvPr id="25" name="Image 2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32304" y="5562414"/>
            <a:ext cx="2971800" cy="1085850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13995" y="5562414"/>
            <a:ext cx="2924175" cy="1076325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5819304" y="5223860"/>
            <a:ext cx="15135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Gain statique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19986" y="5221548"/>
            <a:ext cx="2196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Constante de temps</a:t>
            </a:r>
          </a:p>
        </p:txBody>
      </p:sp>
    </p:spTree>
    <p:extLst>
      <p:ext uri="{BB962C8B-B14F-4D97-AF65-F5344CB8AC3E}">
        <p14:creationId xmlns:p14="http://schemas.microsoft.com/office/powerpoint/2010/main" val="428078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A d’ordre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angle 22"/>
          <p:cNvSpPr/>
          <p:nvPr/>
        </p:nvSpPr>
        <p:spPr>
          <a:xfrm>
            <a:off x="564131" y="3876178"/>
            <a:ext cx="27526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Système du premier ordre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  <p:pic>
        <p:nvPicPr>
          <p:cNvPr id="25" name="Image 2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01" y="5787012"/>
            <a:ext cx="2414847" cy="882348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701" y="4609653"/>
            <a:ext cx="2218865" cy="81671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81676" y="4271099"/>
            <a:ext cx="15135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Gain statique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676" y="5454430"/>
            <a:ext cx="2196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Constante de temps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07968" y="2106980"/>
            <a:ext cx="5969891" cy="456328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367808" y="1562076"/>
            <a:ext cx="31582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KA = 1  ;  KB = 1  ;  TA = 100 ms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99481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816" y="2106827"/>
            <a:ext cx="5918411" cy="459690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A d’ordre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angle 22"/>
          <p:cNvSpPr/>
          <p:nvPr/>
        </p:nvSpPr>
        <p:spPr>
          <a:xfrm>
            <a:off x="564131" y="3876178"/>
            <a:ext cx="27526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Système du premier ordre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  <p:pic>
        <p:nvPicPr>
          <p:cNvPr id="25" name="Image 2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701" y="5787012"/>
            <a:ext cx="2414847" cy="882348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701" y="4609653"/>
            <a:ext cx="2218865" cy="81671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81676" y="4271099"/>
            <a:ext cx="15135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Gain statique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676" y="5454430"/>
            <a:ext cx="2196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Constante de temps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67808" y="1562076"/>
            <a:ext cx="327365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KA = 10  ;  KB = 1  ;  TA = 100 ms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441624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559" y="2088104"/>
            <a:ext cx="5975587" cy="4615626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A d’ordre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angle 22"/>
          <p:cNvSpPr/>
          <p:nvPr/>
        </p:nvSpPr>
        <p:spPr>
          <a:xfrm>
            <a:off x="564131" y="3876178"/>
            <a:ext cx="27526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Système du premier ordre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  <p:pic>
        <p:nvPicPr>
          <p:cNvPr id="25" name="Image 2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701" y="5787012"/>
            <a:ext cx="2414847" cy="882348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701" y="4609653"/>
            <a:ext cx="2218865" cy="81671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81676" y="4271099"/>
            <a:ext cx="15135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Gain statique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676" y="5454430"/>
            <a:ext cx="2196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Constante de temps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67808" y="1562076"/>
            <a:ext cx="370646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KA = 10</a:t>
            </a:r>
            <a:r>
              <a:rPr lang="fr-FR" b="1" baseline="30000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7</a:t>
            </a:r>
            <a:r>
              <a:rPr lang="fr-FR" b="1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  ;  KB = 10</a:t>
            </a:r>
            <a:r>
              <a:rPr lang="fr-FR" b="1" baseline="30000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-4</a:t>
            </a:r>
            <a:r>
              <a:rPr lang="fr-FR" b="1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  ;  TA = 100 ms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17399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3028" y="1596852"/>
            <a:ext cx="3462194" cy="26742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A d’ordre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angle 22"/>
          <p:cNvSpPr/>
          <p:nvPr/>
        </p:nvSpPr>
        <p:spPr>
          <a:xfrm>
            <a:off x="564131" y="3876178"/>
            <a:ext cx="27526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Système du premier ordre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  <p:pic>
        <p:nvPicPr>
          <p:cNvPr id="25" name="Image 2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701" y="5787012"/>
            <a:ext cx="2414847" cy="882348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701" y="4609653"/>
            <a:ext cx="2218865" cy="81671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81676" y="4271099"/>
            <a:ext cx="15135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Gain statique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676" y="5454430"/>
            <a:ext cx="2196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Constante de temps</a:t>
            </a:r>
          </a:p>
        </p:txBody>
      </p:sp>
      <p:pic>
        <p:nvPicPr>
          <p:cNvPr id="17" name="Image 1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39816" y="1596852"/>
            <a:ext cx="3384376" cy="2628687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559792" y="5121737"/>
            <a:ext cx="5594801" cy="461665"/>
          </a:xfrm>
          <a:prstGeom prst="rect">
            <a:avLst/>
          </a:prstGeom>
          <a:ln w="28575">
            <a:solidFill>
              <a:srgbClr val="FA960A"/>
            </a:solidFill>
          </a:ln>
        </p:spPr>
        <p:txBody>
          <a:bodyPr wrap="none">
            <a:spAutoFit/>
          </a:bodyPr>
          <a:lstStyle/>
          <a:p>
            <a:r>
              <a:rPr lang="fr-FR" sz="2400" b="1" dirty="0">
                <a:solidFill>
                  <a:srgbClr val="222268"/>
                </a:solidFill>
                <a:latin typeface="+mj-lt"/>
              </a:rPr>
              <a:t>Produit gain / bande-passante = </a:t>
            </a:r>
            <a:r>
              <a:rPr lang="fr-FR" sz="2400" b="1" dirty="0" err="1">
                <a:solidFill>
                  <a:srgbClr val="222268"/>
                </a:solidFill>
                <a:latin typeface="+mj-lt"/>
              </a:rPr>
              <a:t>cte</a:t>
            </a:r>
            <a:endParaRPr lang="fr-FR" sz="2400" b="1" dirty="0">
              <a:solidFill>
                <a:srgbClr val="222268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629476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A d’ordre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angle 22"/>
          <p:cNvSpPr/>
          <p:nvPr/>
        </p:nvSpPr>
        <p:spPr>
          <a:xfrm>
            <a:off x="564131" y="3876178"/>
            <a:ext cx="27526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Système du premier ordre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  <p:pic>
        <p:nvPicPr>
          <p:cNvPr id="25" name="Image 2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01" y="5787012"/>
            <a:ext cx="2414847" cy="882348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701" y="4609653"/>
            <a:ext cx="2218865" cy="81671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81676" y="4271099"/>
            <a:ext cx="15135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Gain statique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676" y="5454430"/>
            <a:ext cx="2196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Constante de temps</a:t>
            </a:r>
          </a:p>
        </p:txBody>
      </p:sp>
      <p:pic>
        <p:nvPicPr>
          <p:cNvPr id="22" name="Image 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92066" y="1587742"/>
            <a:ext cx="3404517" cy="2629696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2067" y="4094586"/>
            <a:ext cx="3625052" cy="2718789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188703" y="4440376"/>
            <a:ext cx="30444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Réponse indicielle (échelon)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8703" y="1692437"/>
            <a:ext cx="307968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Réponse fréquentielle (</a:t>
            </a:r>
            <a:r>
              <a:rPr lang="fr-FR" b="1" dirty="0" err="1">
                <a:solidFill>
                  <a:srgbClr val="222268"/>
                </a:solidFill>
                <a:latin typeface="+mj-lt"/>
              </a:rPr>
              <a:t>Bode</a:t>
            </a:r>
            <a:r>
              <a:rPr lang="fr-FR" b="1" dirty="0">
                <a:solidFill>
                  <a:srgbClr val="222268"/>
                </a:solidFill>
                <a:latin typeface="+mj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754271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A d’ordre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angle 22"/>
          <p:cNvSpPr/>
          <p:nvPr/>
        </p:nvSpPr>
        <p:spPr>
          <a:xfrm>
            <a:off x="564131" y="3876178"/>
            <a:ext cx="27526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Système du premier ordre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  <p:pic>
        <p:nvPicPr>
          <p:cNvPr id="25" name="Image 2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01" y="5787012"/>
            <a:ext cx="2414847" cy="882348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701" y="4609653"/>
            <a:ext cx="2218865" cy="81671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81676" y="4271099"/>
            <a:ext cx="15135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Gain statique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676" y="5454430"/>
            <a:ext cx="2196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Constante de temps</a:t>
            </a:r>
          </a:p>
        </p:txBody>
      </p:sp>
      <p:pic>
        <p:nvPicPr>
          <p:cNvPr id="22" name="Image 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92066" y="1587742"/>
            <a:ext cx="3404517" cy="2629696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2067" y="4094586"/>
            <a:ext cx="3625052" cy="2718789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6775" y="4087223"/>
            <a:ext cx="3681271" cy="2760953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9192344" y="3556723"/>
            <a:ext cx="20072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Réponse indicielle</a:t>
            </a:r>
          </a:p>
        </p:txBody>
      </p:sp>
    </p:spTree>
    <p:extLst>
      <p:ext uri="{BB962C8B-B14F-4D97-AF65-F5344CB8AC3E}">
        <p14:creationId xmlns:p14="http://schemas.microsoft.com/office/powerpoint/2010/main" val="13220538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A d’ordre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angle 22"/>
          <p:cNvSpPr/>
          <p:nvPr/>
        </p:nvSpPr>
        <p:spPr>
          <a:xfrm>
            <a:off x="564131" y="3876178"/>
            <a:ext cx="27526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Système du premier ordre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  <p:pic>
        <p:nvPicPr>
          <p:cNvPr id="25" name="Image 2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01" y="5787012"/>
            <a:ext cx="2414847" cy="882348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701" y="4609653"/>
            <a:ext cx="2218865" cy="81671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81676" y="4271099"/>
            <a:ext cx="15135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Gain statique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676" y="5454430"/>
            <a:ext cx="2196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Constante de temps</a:t>
            </a:r>
          </a:p>
        </p:txBody>
      </p:sp>
      <p:pic>
        <p:nvPicPr>
          <p:cNvPr id="22" name="Image 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92066" y="1587742"/>
            <a:ext cx="3404517" cy="2629696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2067" y="4094586"/>
            <a:ext cx="3625052" cy="2718789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6775" y="4087223"/>
            <a:ext cx="3681271" cy="2760953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6774" y="1522887"/>
            <a:ext cx="3681271" cy="276095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auto">
          <a:xfrm>
            <a:off x="8760296" y="4440376"/>
            <a:ext cx="216024" cy="2084968"/>
          </a:xfrm>
          <a:prstGeom prst="rect">
            <a:avLst/>
          </a:prstGeom>
          <a:noFill/>
          <a:ln w="57150" cap="flat" cmpd="sng" algn="ctr">
            <a:solidFill>
              <a:srgbClr val="D02D1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1" name="Rectangle 20"/>
          <p:cNvSpPr/>
          <p:nvPr/>
        </p:nvSpPr>
        <p:spPr bwMode="auto">
          <a:xfrm>
            <a:off x="8273748" y="1565566"/>
            <a:ext cx="3706223" cy="2649166"/>
          </a:xfrm>
          <a:prstGeom prst="rect">
            <a:avLst/>
          </a:prstGeom>
          <a:noFill/>
          <a:ln w="57150" cap="flat" cmpd="sng" algn="ctr">
            <a:solidFill>
              <a:srgbClr val="D02D1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516488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A d’ordre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1816" y="2280231"/>
            <a:ext cx="5852172" cy="4389129"/>
          </a:xfrm>
          <a:prstGeom prst="rect">
            <a:avLst/>
          </a:prstGeom>
        </p:spPr>
      </p:pic>
      <p:sp>
        <p:nvSpPr>
          <p:cNvPr id="24" name="Rectangle : coins arrondis 29">
            <a:extLst>
              <a:ext uri="{FF2B5EF4-FFF2-40B4-BE49-F238E27FC236}">
                <a16:creationId xmlns:a16="http://schemas.microsoft.com/office/drawing/2014/main" id="{237980B8-414A-9B48-1996-2D348DCB3EDC}"/>
              </a:ext>
            </a:extLst>
          </p:cNvPr>
          <p:cNvSpPr/>
          <p:nvPr/>
        </p:nvSpPr>
        <p:spPr>
          <a:xfrm>
            <a:off x="883238" y="5237735"/>
            <a:ext cx="2561364" cy="1144226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/>
              <a:t>Et si A est d’ordre 2 ?</a:t>
            </a:r>
            <a:endParaRPr lang="fr-FR" sz="2400" dirty="0"/>
          </a:p>
        </p:txBody>
      </p:sp>
      <p:pic>
        <p:nvPicPr>
          <p:cNvPr id="29" name="Image 2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562" y="3717032"/>
            <a:ext cx="3152716" cy="84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0158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6414" y="1355512"/>
            <a:ext cx="3295793" cy="2471845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9776" y="3827357"/>
            <a:ext cx="3406139" cy="2554604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8062" y="1716735"/>
            <a:ext cx="5852172" cy="438912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A d’ordre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Rectangle : coins arrondis 29">
            <a:extLst>
              <a:ext uri="{FF2B5EF4-FFF2-40B4-BE49-F238E27FC236}">
                <a16:creationId xmlns:a16="http://schemas.microsoft.com/office/drawing/2014/main" id="{237980B8-414A-9B48-1996-2D348DCB3EDC}"/>
              </a:ext>
            </a:extLst>
          </p:cNvPr>
          <p:cNvSpPr/>
          <p:nvPr/>
        </p:nvSpPr>
        <p:spPr>
          <a:xfrm>
            <a:off x="883238" y="5237735"/>
            <a:ext cx="2561364" cy="1144226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/>
              <a:t>Et si A est d’ordre 2 ?</a:t>
            </a:r>
            <a:endParaRPr lang="fr-FR" sz="2400" dirty="0"/>
          </a:p>
        </p:txBody>
      </p:sp>
      <p:pic>
        <p:nvPicPr>
          <p:cNvPr id="15" name="Image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7562" y="3717032"/>
            <a:ext cx="3152716" cy="84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36213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20718-9EF5-C5F7-274F-BFABE7E11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E1E0D36-026A-009C-3E6A-206A0477DB7F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34193B3-C2C4-DC9E-15A8-244D3DB201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Système B d’Ordre 1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6BC6190-293A-41CD-A687-8578DEB0B4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/>
              <a:t>Exercice 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8D5760-1554-B6C3-7490-60F978FEDF8D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528827-0514-DCE3-871E-BD7314C85DF0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E22D50-E896-722A-E12B-F88E0016B79C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36920F-CB73-1592-7533-A1211D387C75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4BE0D933-BF5E-40DD-82BB-986E45C83B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491" y="2042210"/>
            <a:ext cx="3861169" cy="1646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0952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B d’ordre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0" name="Imag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408" y="4725144"/>
            <a:ext cx="3124448" cy="837270"/>
          </a:xfrm>
          <a:prstGeom prst="rect">
            <a:avLst/>
          </a:prstGeom>
        </p:spPr>
      </p:pic>
      <p:pic>
        <p:nvPicPr>
          <p:cNvPr id="20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2722" y="1693702"/>
            <a:ext cx="4667250" cy="110490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BEE10B8C-6CFE-F49F-9055-5E61D15DD3C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4615" y="1772816"/>
            <a:ext cx="4402025" cy="939643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1F9EE3E-246A-9A75-9CD4-85B9CC79FD7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28564" y="1738184"/>
            <a:ext cx="1722232" cy="350709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690463B5-693A-F857-0641-2AE2F2A7C15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64637" y="2269973"/>
            <a:ext cx="2279436" cy="482931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8D630D7C-217D-725B-1257-FF2A7BF43B5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87200" y="5696697"/>
            <a:ext cx="2067415" cy="677078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E309F72C-45C3-63AD-024C-920AC9E3C9C9}"/>
              </a:ext>
            </a:extLst>
          </p:cNvPr>
          <p:cNvSpPr/>
          <p:nvPr/>
        </p:nvSpPr>
        <p:spPr>
          <a:xfrm>
            <a:off x="5819304" y="5223860"/>
            <a:ext cx="15135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Gain statique</a:t>
            </a:r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8F30A04E-CEBE-1BE4-F0D0-2127CD2E009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72264" y="5624362"/>
            <a:ext cx="3069017" cy="719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448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B d’ordre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562" y="3717032"/>
            <a:ext cx="3152716" cy="844845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79DE27CC-CC4E-1E26-9700-F4A90C7A81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088" y="4945946"/>
            <a:ext cx="2067415" cy="677078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7066645-74FD-4A28-1F51-D53A61DAAC4E}"/>
              </a:ext>
            </a:extLst>
          </p:cNvPr>
          <p:cNvSpPr/>
          <p:nvPr/>
        </p:nvSpPr>
        <p:spPr>
          <a:xfrm>
            <a:off x="587562" y="4607392"/>
            <a:ext cx="15135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Gain statique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3612F3A7-2CB5-2F04-172C-21BFD140EF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7562" y="5961578"/>
            <a:ext cx="3069017" cy="71922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21C81D5A-67D2-536C-0EEE-C39CAFFBD645}"/>
              </a:ext>
            </a:extLst>
          </p:cNvPr>
          <p:cNvSpPr/>
          <p:nvPr/>
        </p:nvSpPr>
        <p:spPr>
          <a:xfrm>
            <a:off x="587562" y="5632774"/>
            <a:ext cx="30107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Rapport constante de temps</a:t>
            </a: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794D284-B3E6-DCE4-21DB-FFB5BA046D8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0689" y="2194335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0935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20718-9EF5-C5F7-274F-BFABE7E11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E1E0D36-026A-009C-3E6A-206A0477DB7F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34193B3-C2C4-DC9E-15A8-244D3DB201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Correcteur P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6BC6190-293A-41CD-A687-8578DEB0B4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/>
              <a:t>Exercice 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8D5760-1554-B6C3-7490-60F978FEDF8D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528827-0514-DCE3-871E-BD7314C85DF0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E22D50-E896-722A-E12B-F88E0016B79C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36920F-CB73-1592-7533-A1211D387C75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4BE0D933-BF5E-40DD-82BB-986E45C83B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491" y="2042210"/>
            <a:ext cx="3861169" cy="1646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2900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Correcteur Proportionnel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175" y="1458151"/>
            <a:ext cx="2221889" cy="587923"/>
          </a:xfrm>
          <a:prstGeom prst="rect">
            <a:avLst/>
          </a:prstGeom>
        </p:spPr>
      </p:pic>
      <p:pic>
        <p:nvPicPr>
          <p:cNvPr id="12" name="Imag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6948" y="2058054"/>
            <a:ext cx="1615305" cy="389902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347795" y="3217451"/>
            <a:ext cx="48606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FA960A"/>
                </a:solidFill>
                <a:latin typeface="+mj-lt"/>
              </a:rPr>
              <a:t>Forme Canonique </a:t>
            </a:r>
            <a:r>
              <a:rPr lang="fr-FR" b="1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 Système du premier ordre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19304" y="5223860"/>
            <a:ext cx="15135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Gain statique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19986" y="5221548"/>
            <a:ext cx="2196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Constante de temps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589" y="4833229"/>
            <a:ext cx="3627150" cy="776637"/>
          </a:xfrm>
          <a:prstGeom prst="rect">
            <a:avLst/>
          </a:prstGeom>
        </p:spPr>
      </p:pic>
      <p:pic>
        <p:nvPicPr>
          <p:cNvPr id="21" name="Image 2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2982" y="1688898"/>
            <a:ext cx="3662670" cy="1561841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46948" y="2494794"/>
            <a:ext cx="1620357" cy="431031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6116" y="1721253"/>
            <a:ext cx="5076825" cy="1076325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80175" y="3595576"/>
            <a:ext cx="6553200" cy="1276350"/>
          </a:xfrm>
          <a:prstGeom prst="rect">
            <a:avLst/>
          </a:prstGeom>
        </p:spPr>
      </p:pic>
      <p:pic>
        <p:nvPicPr>
          <p:cNvPr id="13" name="Imag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25584" y="5631569"/>
            <a:ext cx="3072645" cy="983595"/>
          </a:xfrm>
          <a:prstGeom prst="rect">
            <a:avLst/>
          </a:prstGeom>
        </p:spPr>
      </p:pic>
      <p:pic>
        <p:nvPicPr>
          <p:cNvPr id="16" name="Image 1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980175" y="5628544"/>
            <a:ext cx="3117191" cy="94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788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Correcteur Proportionnel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175" y="1458151"/>
            <a:ext cx="2221889" cy="587923"/>
          </a:xfrm>
          <a:prstGeom prst="rect">
            <a:avLst/>
          </a:prstGeom>
        </p:spPr>
      </p:pic>
      <p:pic>
        <p:nvPicPr>
          <p:cNvPr id="12" name="Imag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6948" y="2058054"/>
            <a:ext cx="1615305" cy="389902"/>
          </a:xfrm>
          <a:prstGeom prst="rect">
            <a:avLst/>
          </a:prstGeom>
        </p:spPr>
      </p:pic>
      <p:pic>
        <p:nvPicPr>
          <p:cNvPr id="21" name="Image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2982" y="1688898"/>
            <a:ext cx="3662670" cy="1561841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46948" y="2494794"/>
            <a:ext cx="1620357" cy="431031"/>
          </a:xfrm>
          <a:prstGeom prst="rect">
            <a:avLst/>
          </a:prstGeom>
        </p:spPr>
      </p:pic>
      <p:pic>
        <p:nvPicPr>
          <p:cNvPr id="13" name="Imag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4132" y="5902287"/>
            <a:ext cx="2568077" cy="822076"/>
          </a:xfrm>
          <a:prstGeom prst="rect">
            <a:avLst/>
          </a:prstGeom>
        </p:spPr>
      </p:pic>
      <p:pic>
        <p:nvPicPr>
          <p:cNvPr id="16" name="Imag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2787" y="4609653"/>
            <a:ext cx="2495548" cy="75579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64131" y="3876178"/>
            <a:ext cx="27526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Système du premier ordre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81676" y="4271099"/>
            <a:ext cx="15135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Gain statique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676" y="5454430"/>
            <a:ext cx="2196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Constante de temps</a:t>
            </a:r>
          </a:p>
        </p:txBody>
      </p:sp>
      <p:pic>
        <p:nvPicPr>
          <p:cNvPr id="10" name="Image 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6217" y="2271599"/>
            <a:ext cx="6115201" cy="4586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9196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Correcteur Proportionnel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175" y="1458151"/>
            <a:ext cx="2221889" cy="587923"/>
          </a:xfrm>
          <a:prstGeom prst="rect">
            <a:avLst/>
          </a:prstGeom>
        </p:spPr>
      </p:pic>
      <p:pic>
        <p:nvPicPr>
          <p:cNvPr id="12" name="Imag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6948" y="2058054"/>
            <a:ext cx="1615305" cy="389902"/>
          </a:xfrm>
          <a:prstGeom prst="rect">
            <a:avLst/>
          </a:prstGeom>
        </p:spPr>
      </p:pic>
      <p:pic>
        <p:nvPicPr>
          <p:cNvPr id="21" name="Image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2982" y="1688898"/>
            <a:ext cx="3662670" cy="1561841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46948" y="2494794"/>
            <a:ext cx="1620357" cy="431031"/>
          </a:xfrm>
          <a:prstGeom prst="rect">
            <a:avLst/>
          </a:prstGeom>
        </p:spPr>
      </p:pic>
      <p:pic>
        <p:nvPicPr>
          <p:cNvPr id="13" name="Imag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4132" y="5902287"/>
            <a:ext cx="2568077" cy="822076"/>
          </a:xfrm>
          <a:prstGeom prst="rect">
            <a:avLst/>
          </a:prstGeom>
        </p:spPr>
      </p:pic>
      <p:pic>
        <p:nvPicPr>
          <p:cNvPr id="16" name="Imag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2787" y="4609653"/>
            <a:ext cx="2495548" cy="75579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64131" y="3876178"/>
            <a:ext cx="27526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Système du premier ordre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81676" y="4271099"/>
            <a:ext cx="15135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Gain statique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676" y="5454430"/>
            <a:ext cx="2196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Constante de temps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7800" y="2335234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9657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Correcteur Proportionnel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175" y="1458151"/>
            <a:ext cx="2221889" cy="587923"/>
          </a:xfrm>
          <a:prstGeom prst="rect">
            <a:avLst/>
          </a:prstGeom>
        </p:spPr>
      </p:pic>
      <p:pic>
        <p:nvPicPr>
          <p:cNvPr id="12" name="Imag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6948" y="2058054"/>
            <a:ext cx="1615305" cy="389902"/>
          </a:xfrm>
          <a:prstGeom prst="rect">
            <a:avLst/>
          </a:prstGeom>
        </p:spPr>
      </p:pic>
      <p:pic>
        <p:nvPicPr>
          <p:cNvPr id="21" name="Image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2982" y="1688898"/>
            <a:ext cx="3662670" cy="1561841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46948" y="2494794"/>
            <a:ext cx="1620357" cy="431031"/>
          </a:xfrm>
          <a:prstGeom prst="rect">
            <a:avLst/>
          </a:prstGeom>
        </p:spPr>
      </p:pic>
      <p:pic>
        <p:nvPicPr>
          <p:cNvPr id="13" name="Imag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4132" y="5902287"/>
            <a:ext cx="2568077" cy="822076"/>
          </a:xfrm>
          <a:prstGeom prst="rect">
            <a:avLst/>
          </a:prstGeom>
        </p:spPr>
      </p:pic>
      <p:pic>
        <p:nvPicPr>
          <p:cNvPr id="16" name="Imag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2787" y="4609653"/>
            <a:ext cx="2495548" cy="75579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64131" y="3876178"/>
            <a:ext cx="27526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Système du premier ordre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81676" y="4271099"/>
            <a:ext cx="15135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Gain statique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676" y="5454430"/>
            <a:ext cx="2196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>
                <a:solidFill>
                  <a:srgbClr val="222268"/>
                </a:solidFill>
                <a:latin typeface="+mj-lt"/>
              </a:rPr>
              <a:t>Constante de temps</a:t>
            </a: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1816" y="2315929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7909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20718-9EF5-C5F7-274F-BFABE7E11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E1E0D36-026A-009C-3E6A-206A0477DB7F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34193B3-C2C4-DC9E-15A8-244D3DB201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Correcteur PI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6BC6190-293A-41CD-A687-8578DEB0B4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/>
              <a:t>Exercice 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8D5760-1554-B6C3-7490-60F978FEDF8D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528827-0514-DCE3-871E-BD7314C85DF0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E22D50-E896-722A-E12B-F88E0016B79C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36920F-CB73-1592-7533-A1211D387C75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4BE0D933-BF5E-40DD-82BB-986E45C83B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491" y="2042210"/>
            <a:ext cx="3861169" cy="1646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2131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FA941-1EF8-E8B7-74F3-04FD51DD6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2E44E6-ADAA-02F0-59E8-EA931E53B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Correcteur Prop. et Intégral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A49D84-80CC-CECC-72EE-E45C9AD4B5E0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9F38B5-9703-C544-A21E-F7ED3DDEB7CB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0AB80BE1-1D09-02CD-BDB6-73078E014A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D5C0E260-F202-C57D-5B2C-4C81973B2854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BF88EC6-1D6A-C530-94BF-C0FBFFC8C6DA}"/>
              </a:ext>
            </a:extLst>
          </p:cNvPr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7669FADF-4932-9B81-6E12-B51561F742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028051FC-7BBE-8FD6-FEDC-B50F6C27AA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719" y="4577964"/>
            <a:ext cx="2221889" cy="587923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CDA80F49-8553-3AC7-5FBA-B8B9A6C09A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492" y="5177867"/>
            <a:ext cx="1615305" cy="389902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6D5E3EA6-7327-EF88-6B85-005DD70187E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416" y="3447513"/>
            <a:ext cx="2644193" cy="566169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1C1ED390-9FDC-924E-59FB-506207AD3BF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2982" y="1688898"/>
            <a:ext cx="3662670" cy="156184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DE5BA8D5-F0D7-D56A-941C-A54010107B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7672" y="5725561"/>
            <a:ext cx="2527950" cy="489466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BB7FD290-E396-AF17-7D45-A56D96FFE00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8503" y="1583453"/>
            <a:ext cx="6676719" cy="5007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0971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98A37-9A15-F51D-81AA-3D9308001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6B5F30-E356-C350-75F8-CEF21BAAA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Correcteur Prop. et Intégral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8A93FB-3018-2E9A-2D7F-2B8D9230374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B39B2D-7E88-1C92-C477-CFEC32BF2D23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83742318-7333-B86F-966B-DB877ED96A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05372274-D782-EF92-1F97-4829490CCB26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299B65D-ED2F-A3B6-DDC1-A6D4F2110695}"/>
              </a:ext>
            </a:extLst>
          </p:cNvPr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BE55D0D7-9FA9-FD28-47CA-F6A5925928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655006D-3FFD-2332-BEA9-B9F1826149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719" y="4577964"/>
            <a:ext cx="2221889" cy="587923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6B098BCD-5F23-0405-D6E7-6B667CBC5A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492" y="5177867"/>
            <a:ext cx="1615305" cy="389902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FC494C2-F0D8-68A6-D0BF-E7B00C4F79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416" y="3447513"/>
            <a:ext cx="2644193" cy="566169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C50BBB53-840F-D8A7-A29A-438180124A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2982" y="1688898"/>
            <a:ext cx="3662670" cy="156184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39EBD01-E361-773D-40F9-F6E4194A37B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7672" y="5725561"/>
            <a:ext cx="2527950" cy="489466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978A7B57-DB54-71E4-DCF8-6D2A9D21BEC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1345" y="1279194"/>
            <a:ext cx="5852172" cy="4389129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806BD6C3-649B-6A93-AF70-BBAD8DE24A3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304" y="4217136"/>
            <a:ext cx="3081817" cy="231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4153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92212-1C3B-FD74-4ED0-5D76E10D6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2687E77A-CAEC-06C2-7585-F8C6CBA950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3819" y="1587412"/>
            <a:ext cx="6661403" cy="4996052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B8C7D2CB-9C8D-FAAA-E1FC-3B949A5E5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Correcteur Prop. et Intégral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C18B94-AD5F-88AA-E070-7F443CDA8CB2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110D55-FAC9-A419-EE9A-B26E9B1D6BA5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444975BB-68B7-E18F-30F8-33BE136E20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001136A-A491-0542-1A02-127A481FB21A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DF4DBD21-21A1-AFD0-4558-2CA9B53D299D}"/>
              </a:ext>
            </a:extLst>
          </p:cNvPr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152A9647-16C0-9DC9-A657-4BD703D1C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37933F56-E6E9-F90B-871A-57639CF6E9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719" y="4577964"/>
            <a:ext cx="2221889" cy="587923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2D0F601-99D5-CDA1-13F8-4B1863FD7E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492" y="5177867"/>
            <a:ext cx="1615305" cy="389902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1735CDB-7353-CF45-D6D0-747A47765C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9416" y="3447513"/>
            <a:ext cx="2644193" cy="566169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42F27EAC-F7BE-834C-8650-048B4D934E5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2982" y="1688898"/>
            <a:ext cx="3662670" cy="156184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080B8A6-6666-E9EE-A808-439C8ABE273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7672" y="5725561"/>
            <a:ext cx="2527950" cy="489466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1283B91B-45BF-4861-519F-227F498B169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715" y="1366425"/>
            <a:ext cx="1788655" cy="1341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0312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1E820-574D-F255-EB21-724134DFB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>
            <a:extLst>
              <a:ext uri="{FF2B5EF4-FFF2-40B4-BE49-F238E27FC236}">
                <a16:creationId xmlns:a16="http://schemas.microsoft.com/office/drawing/2014/main" id="{A8EABCAB-1279-E809-36AB-5437150431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646" y="1336432"/>
            <a:ext cx="5852172" cy="4389129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27A35C10-13DF-7321-1F75-AD6D60BB83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0296" y="4217136"/>
            <a:ext cx="3081817" cy="231136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FD51528-2F90-F7F5-4B96-615E104A2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Correcteur Prop. et Intégral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569B1A-D18F-F5C1-D6B7-5743FB0B962B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8595BF-6A68-ED05-A4FD-24C4C678F2E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78DBDFD4-0DFD-CD33-EE0E-4449CDAFE1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95ADCD58-CF11-145C-2758-F99669AAEC7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1AC1ADB-827B-2E6E-5FF3-066218E2365D}"/>
              </a:ext>
            </a:extLst>
          </p:cNvPr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691FDFFE-8E88-0A4B-24EB-012C5A8A0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EA1E9862-31A9-F855-912F-464440EBEF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719" y="4577964"/>
            <a:ext cx="2221889" cy="587923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C2AEB236-D2F8-445F-ED17-D183E20BAEB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6492" y="5177867"/>
            <a:ext cx="1615305" cy="389902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B9C096F-7D39-E785-7B32-8B0E701FBA1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416" y="3447513"/>
            <a:ext cx="2644193" cy="566169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90573ED1-09A8-5E59-833C-0FF5971FD3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2982" y="1688898"/>
            <a:ext cx="3662670" cy="156184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82B9EE5C-365D-E1B1-0CC7-F0DABAA0439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7672" y="5725561"/>
            <a:ext cx="2527950" cy="489466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A310D05F-581B-1734-7D2A-7E2E155DF86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15" y="1630463"/>
            <a:ext cx="2861373" cy="2146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889296"/>
      </p:ext>
    </p:extLst>
  </p:cSld>
  <p:clrMapOvr>
    <a:masterClrMapping/>
  </p:clrMapOvr>
</p:sld>
</file>

<file path=ppt/theme/theme1.xml><?xml version="1.0" encoding="utf-8"?>
<a:theme xmlns:a="http://schemas.openxmlformats.org/drawingml/2006/main" name="DRAFT PRES CA_IO_13-06-12">
  <a:themeElements>
    <a:clrScheme name="Modèle par défau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èle par défaut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lnDef>
  </a:objectDefaults>
  <a:extraClrSchemeLst>
    <a:extraClrScheme>
      <a:clrScheme name="Modèle par défa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DRAFT PRES CA_IO_13-06-12">
  <a:themeElements>
    <a:clrScheme name="Modèle par défau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èle par défaut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lnDef>
  </a:objectDefaults>
  <a:extraClrSchemeLst>
    <a:extraClrScheme>
      <a:clrScheme name="Modèle par défa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DRAFT PRES CA_IO_13-06-12</Template>
  <TotalTime>251</TotalTime>
  <Words>411</Words>
  <Application>Microsoft Office PowerPoint</Application>
  <PresentationFormat>Grand écran</PresentationFormat>
  <Paragraphs>143</Paragraphs>
  <Slides>31</Slides>
  <Notes>30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31</vt:i4>
      </vt:variant>
    </vt:vector>
  </HeadingPairs>
  <TitlesOfParts>
    <vt:vector size="36" baseType="lpstr">
      <vt:lpstr>Arial</vt:lpstr>
      <vt:lpstr>Bahnschrift SemiBold</vt:lpstr>
      <vt:lpstr>Century Gothic</vt:lpstr>
      <vt:lpstr>DRAFT PRES CA_IO_13-06-12</vt:lpstr>
      <vt:lpstr>1_DRAFT PRES CA_IO_13-06-12</vt:lpstr>
      <vt:lpstr>Automatique Systèmes asservis</vt:lpstr>
      <vt:lpstr>Boucle ouverte / Boucle fermée</vt:lpstr>
      <vt:lpstr>Boucle ouverte / Boucle fermée</vt:lpstr>
      <vt:lpstr>Boucle ouverte / Boucle fermée</vt:lpstr>
      <vt:lpstr>Boucle ouverte / Boucle fermée</vt:lpstr>
      <vt:lpstr>Système A d’Ordre 1</vt:lpstr>
      <vt:lpstr>Système A d’ordre 1</vt:lpstr>
      <vt:lpstr>Système A d’ordre 1</vt:lpstr>
      <vt:lpstr>Système A d’ordre 1</vt:lpstr>
      <vt:lpstr>Système A d’ordre 1</vt:lpstr>
      <vt:lpstr>Système A d’ordre 1</vt:lpstr>
      <vt:lpstr>Système A d’ordre 1</vt:lpstr>
      <vt:lpstr>Système A d’ordre 1</vt:lpstr>
      <vt:lpstr>Système A d’ordre 1</vt:lpstr>
      <vt:lpstr>Système A d’ordre 1</vt:lpstr>
      <vt:lpstr>Système A d’ordre 1</vt:lpstr>
      <vt:lpstr>Système A d’ordre 2</vt:lpstr>
      <vt:lpstr>Système A d’ordre 2</vt:lpstr>
      <vt:lpstr>Système B d’Ordre 1</vt:lpstr>
      <vt:lpstr>Système B d’ordre 1</vt:lpstr>
      <vt:lpstr>Système B d’ordre 2</vt:lpstr>
      <vt:lpstr>Correcteur P</vt:lpstr>
      <vt:lpstr>Correcteur Proportionnel</vt:lpstr>
      <vt:lpstr>Correcteur Proportionnel</vt:lpstr>
      <vt:lpstr>Correcteur Proportionnel</vt:lpstr>
      <vt:lpstr>Correcteur Proportionnel</vt:lpstr>
      <vt:lpstr>Correcteur PI</vt:lpstr>
      <vt:lpstr>Correcteur Prop. et Intégral</vt:lpstr>
      <vt:lpstr>Correcteur Prop. et Intégral</vt:lpstr>
      <vt:lpstr>Correcteur Prop. et Intégral</vt:lpstr>
      <vt:lpstr>Correcteur Prop. et Intégral</vt:lpstr>
    </vt:vector>
  </TitlesOfParts>
  <Company>Institut d'Optique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Industrielle - Intro 1A</dc:title>
  <dc:creator>Institut d'Optique</dc:creator>
  <cp:lastModifiedBy>Julien VILLEMEJANE</cp:lastModifiedBy>
  <cp:revision>1774</cp:revision>
  <cp:lastPrinted>2021-12-20T13:30:17Z</cp:lastPrinted>
  <dcterms:created xsi:type="dcterms:W3CDTF">2012-05-10T13:56:34Z</dcterms:created>
  <dcterms:modified xsi:type="dcterms:W3CDTF">2026-09-09T12:57:53Z</dcterms:modified>
</cp:coreProperties>
</file>